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969BB1"/>
    <a:srgbClr val="00224B"/>
    <a:srgbClr val="8A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3155B-FFFA-4D84-A226-19A40289E9D2}" v="1680" dt="2025-07-02T11:35:03.496"/>
    <p1510:client id="{D83AF775-2193-A83B-6D67-43034A428734}" v="5" dt="2025-07-02T10:35:34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0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35f45eea4bddd84" providerId="LiveId" clId="{FDF3CA0E-9FAC-4B21-A97D-4A6D866F5008}"/>
    <pc:docChg chg="undo custSel modSld">
      <pc:chgData name="" userId="e35f45eea4bddd84" providerId="LiveId" clId="{FDF3CA0E-9FAC-4B21-A97D-4A6D866F5008}" dt="2025-07-02T10:21:39.479" v="279" actId="20577"/>
      <pc:docMkLst>
        <pc:docMk/>
      </pc:docMkLst>
      <pc:sldChg chg="addSp delSp modSp">
        <pc:chgData name="" userId="e35f45eea4bddd84" providerId="LiveId" clId="{FDF3CA0E-9FAC-4B21-A97D-4A6D866F5008}" dt="2025-07-02T09:19:34.378" v="14" actId="1076"/>
        <pc:sldMkLst>
          <pc:docMk/>
          <pc:sldMk cId="3858308297" sldId="262"/>
        </pc:sldMkLst>
        <pc:picChg chg="mod">
          <ac:chgData name="" userId="e35f45eea4bddd84" providerId="LiveId" clId="{FDF3CA0E-9FAC-4B21-A97D-4A6D866F5008}" dt="2025-07-02T09:19:27.587" v="12" actId="1076"/>
          <ac:picMkLst>
            <pc:docMk/>
            <pc:sldMk cId="3858308297" sldId="262"/>
            <ac:picMk id="2" creationId="{C7279DAB-F131-BABE-D985-5717122BD19E}"/>
          </ac:picMkLst>
        </pc:picChg>
        <pc:picChg chg="add del mod ord">
          <ac:chgData name="" userId="e35f45eea4bddd84" providerId="LiveId" clId="{FDF3CA0E-9FAC-4B21-A97D-4A6D866F5008}" dt="2025-07-02T09:17:58.946" v="8" actId="478"/>
          <ac:picMkLst>
            <pc:docMk/>
            <pc:sldMk cId="3858308297" sldId="262"/>
            <ac:picMk id="6" creationId="{541E4120-F20F-47DF-9C83-867BCF03CF06}"/>
          </ac:picMkLst>
        </pc:picChg>
        <pc:picChg chg="add mod">
          <ac:chgData name="" userId="e35f45eea4bddd84" providerId="LiveId" clId="{FDF3CA0E-9FAC-4B21-A97D-4A6D866F5008}" dt="2025-07-02T09:19:34.378" v="14" actId="1076"/>
          <ac:picMkLst>
            <pc:docMk/>
            <pc:sldMk cId="3858308297" sldId="262"/>
            <ac:picMk id="7" creationId="{056F2EB1-BE01-4F44-9745-CCA61368BE93}"/>
          </ac:picMkLst>
        </pc:picChg>
      </pc:sldChg>
      <pc:sldChg chg="addSp modSp">
        <pc:chgData name="" userId="e35f45eea4bddd84" providerId="LiveId" clId="{FDF3CA0E-9FAC-4B21-A97D-4A6D866F5008}" dt="2025-07-02T10:21:39.479" v="279" actId="20577"/>
        <pc:sldMkLst>
          <pc:docMk/>
          <pc:sldMk cId="3625977897" sldId="263"/>
        </pc:sldMkLst>
        <pc:spChg chg="add mod">
          <ac:chgData name="" userId="e35f45eea4bddd84" providerId="LiveId" clId="{FDF3CA0E-9FAC-4B21-A97D-4A6D866F5008}" dt="2025-07-02T10:21:39.479" v="279" actId="20577"/>
          <ac:spMkLst>
            <pc:docMk/>
            <pc:sldMk cId="3625977897" sldId="263"/>
            <ac:spMk id="3" creationId="{B19963F8-6033-46A2-9FEF-A423DCD2D72A}"/>
          </ac:spMkLst>
        </pc:spChg>
      </pc:sldChg>
    </pc:docChg>
  </pc:docChgLst>
  <pc:docChgLst>
    <pc:chgData userId="82b02cf6a683e4d4" providerId="LiveId" clId="{1C86C7FB-92DE-4BC8-9D92-4C253F257B0D}"/>
    <pc:docChg chg="undo custSel modSld">
      <pc:chgData name="" userId="82b02cf6a683e4d4" providerId="LiveId" clId="{1C86C7FB-92DE-4BC8-9D92-4C253F257B0D}" dt="2025-07-02T10:49:18.008" v="807" actId="478"/>
      <pc:docMkLst>
        <pc:docMk/>
      </pc:docMkLst>
      <pc:sldChg chg="addSp delSp modSp">
        <pc:chgData name="" userId="82b02cf6a683e4d4" providerId="LiveId" clId="{1C86C7FB-92DE-4BC8-9D92-4C253F257B0D}" dt="2025-07-02T10:49:18.008" v="807" actId="478"/>
        <pc:sldMkLst>
          <pc:docMk/>
          <pc:sldMk cId="3625977897" sldId="263"/>
        </pc:sldMkLst>
        <pc:spChg chg="add mod">
          <ac:chgData name="" userId="82b02cf6a683e4d4" providerId="LiveId" clId="{1C86C7FB-92DE-4BC8-9D92-4C253F257B0D}" dt="2025-07-02T10:30:26.360" v="520" actId="113"/>
          <ac:spMkLst>
            <pc:docMk/>
            <pc:sldMk cId="3625977897" sldId="263"/>
            <ac:spMk id="3" creationId="{7B17B275-D496-447C-9B9F-8D4BD511ADB4}"/>
          </ac:spMkLst>
        </pc:spChg>
        <pc:spChg chg="del mod">
          <ac:chgData name="" userId="82b02cf6a683e4d4" providerId="LiveId" clId="{1C86C7FB-92DE-4BC8-9D92-4C253F257B0D}" dt="2025-07-02T10:49:18.008" v="807" actId="478"/>
          <ac:spMkLst>
            <pc:docMk/>
            <pc:sldMk cId="3625977897" sldId="263"/>
            <ac:spMk id="3" creationId="{B19963F8-6033-46A2-9FEF-A423DCD2D72A}"/>
          </ac:spMkLst>
        </pc:spChg>
        <pc:spChg chg="mod">
          <ac:chgData name="" userId="82b02cf6a683e4d4" providerId="LiveId" clId="{1C86C7FB-92DE-4BC8-9D92-4C253F257B0D}" dt="2025-07-02T10:36:58.049" v="602" actId="1076"/>
          <ac:spMkLst>
            <pc:docMk/>
            <pc:sldMk cId="3625977897" sldId="263"/>
            <ac:spMk id="5" creationId="{7B17B275-D496-447C-9B9F-8D4BD511ADB4}"/>
          </ac:spMkLst>
        </pc:spChg>
        <pc:spChg chg="add del">
          <ac:chgData name="" userId="82b02cf6a683e4d4" providerId="LiveId" clId="{1C86C7FB-92DE-4BC8-9D92-4C253F257B0D}" dt="2025-07-02T10:22:36.151" v="202"/>
          <ac:spMkLst>
            <pc:docMk/>
            <pc:sldMk cId="3625977897" sldId="263"/>
            <ac:spMk id="7" creationId="{6D07AB96-C2B7-4E07-8836-32588D6DC60A}"/>
          </ac:spMkLst>
        </pc:spChg>
        <pc:spChg chg="add del">
          <ac:chgData name="" userId="82b02cf6a683e4d4" providerId="LiveId" clId="{1C86C7FB-92DE-4BC8-9D92-4C253F257B0D}" dt="2025-07-02T10:23:41.805" v="225"/>
          <ac:spMkLst>
            <pc:docMk/>
            <pc:sldMk cId="3625977897" sldId="263"/>
            <ac:spMk id="8" creationId="{1D5B2B51-5058-4951-B670-CA1C29DC33F1}"/>
          </ac:spMkLst>
        </pc:spChg>
        <pc:graphicFrameChg chg="add del">
          <ac:chgData name="" userId="82b02cf6a683e4d4" providerId="LiveId" clId="{1C86C7FB-92DE-4BC8-9D92-4C253F257B0D}" dt="2025-07-02T10:20:01.529" v="116"/>
          <ac:graphicFrameMkLst>
            <pc:docMk/>
            <pc:sldMk cId="3625977897" sldId="263"/>
            <ac:graphicFrameMk id="5" creationId="{4D04FEB9-F35C-401E-85CA-99819AD57319}"/>
          </ac:graphicFrameMkLst>
        </pc:graphicFrameChg>
        <pc:graphicFrameChg chg="add del">
          <ac:chgData name="" userId="82b02cf6a683e4d4" providerId="LiveId" clId="{1C86C7FB-92DE-4BC8-9D92-4C253F257B0D}" dt="2025-07-02T10:20:01.529" v="116"/>
          <ac:graphicFrameMkLst>
            <pc:docMk/>
            <pc:sldMk cId="3625977897" sldId="263"/>
            <ac:graphicFrameMk id="6" creationId="{EFE6D74E-0FE4-4DA3-910D-F72049281ECE}"/>
          </ac:graphicFrameMkLst>
        </pc:graphicFrameChg>
        <pc:picChg chg="mod">
          <ac:chgData name="" userId="82b02cf6a683e4d4" providerId="LiveId" clId="{1C86C7FB-92DE-4BC8-9D92-4C253F257B0D}" dt="2025-07-02T10:00:13.791" v="1" actId="1076"/>
          <ac:picMkLst>
            <pc:docMk/>
            <pc:sldMk cId="3625977897" sldId="263"/>
            <ac:picMk id="2" creationId="{A2459B2E-1557-7A34-1CC3-6C72ADE5F5E6}"/>
          </ac:picMkLst>
        </pc:picChg>
      </pc:sldChg>
      <pc:sldChg chg="addSp delSp modSp">
        <pc:chgData name="" userId="82b02cf6a683e4d4" providerId="LiveId" clId="{1C86C7FB-92DE-4BC8-9D92-4C253F257B0D}" dt="2025-07-02T10:45:45.230" v="785" actId="14734"/>
        <pc:sldMkLst>
          <pc:docMk/>
          <pc:sldMk cId="787914763" sldId="264"/>
        </pc:sldMkLst>
        <pc:spChg chg="add del mod">
          <ac:chgData name="" userId="82b02cf6a683e4d4" providerId="LiveId" clId="{1C86C7FB-92DE-4BC8-9D92-4C253F257B0D}" dt="2025-07-02T10:32:42.871" v="531"/>
          <ac:spMkLst>
            <pc:docMk/>
            <pc:sldMk cId="787914763" sldId="264"/>
            <ac:spMk id="3" creationId="{A994525C-6984-4E0A-A58E-76CDEF114F02}"/>
          </ac:spMkLst>
        </pc:spChg>
        <pc:spChg chg="mod">
          <ac:chgData name="" userId="82b02cf6a683e4d4" providerId="LiveId" clId="{1C86C7FB-92DE-4BC8-9D92-4C253F257B0D}" dt="2025-07-02T10:31:52.639" v="523"/>
          <ac:spMkLst>
            <pc:docMk/>
            <pc:sldMk cId="787914763" sldId="264"/>
            <ac:spMk id="4" creationId="{67912389-8E49-B97E-D5C2-25C707B01BB6}"/>
          </ac:spMkLst>
        </pc:spChg>
        <pc:spChg chg="add del mod">
          <ac:chgData name="" userId="82b02cf6a683e4d4" providerId="LiveId" clId="{1C86C7FB-92DE-4BC8-9D92-4C253F257B0D}" dt="2025-07-02T10:40:24.336" v="652"/>
          <ac:spMkLst>
            <pc:docMk/>
            <pc:sldMk cId="787914763" sldId="264"/>
            <ac:spMk id="6" creationId="{1FA4DE38-3672-4E7F-AD8A-E3ADB4BF3542}"/>
          </ac:spMkLst>
        </pc:spChg>
        <pc:spChg chg="add del mod">
          <ac:chgData name="" userId="82b02cf6a683e4d4" providerId="LiveId" clId="{1C86C7FB-92DE-4BC8-9D92-4C253F257B0D}" dt="2025-07-02T10:41:16.474" v="680"/>
          <ac:spMkLst>
            <pc:docMk/>
            <pc:sldMk cId="787914763" sldId="264"/>
            <ac:spMk id="7" creationId="{F197781F-A267-4D07-8C66-111AFED68CC9}"/>
          </ac:spMkLst>
        </pc:spChg>
        <pc:spChg chg="add del mod">
          <ac:chgData name="" userId="82b02cf6a683e4d4" providerId="LiveId" clId="{1C86C7FB-92DE-4BC8-9D92-4C253F257B0D}" dt="2025-07-02T10:41:02.021" v="674"/>
          <ac:spMkLst>
            <pc:docMk/>
            <pc:sldMk cId="787914763" sldId="264"/>
            <ac:spMk id="8" creationId="{D44A6E48-BAD7-4921-B61A-D9419D056338}"/>
          </ac:spMkLst>
        </pc:spChg>
        <pc:spChg chg="add mod">
          <ac:chgData name="" userId="82b02cf6a683e4d4" providerId="LiveId" clId="{1C86C7FB-92DE-4BC8-9D92-4C253F257B0D}" dt="2025-07-02T10:41:53.569" v="712" actId="1076"/>
          <ac:spMkLst>
            <pc:docMk/>
            <pc:sldMk cId="787914763" sldId="264"/>
            <ac:spMk id="9" creationId="{023EBC8F-FADD-44C5-BA76-DEFCF61B95D4}"/>
          </ac:spMkLst>
        </pc:spChg>
        <pc:graphicFrameChg chg="add mod modGraphic">
          <ac:chgData name="" userId="82b02cf6a683e4d4" providerId="LiveId" clId="{1C86C7FB-92DE-4BC8-9D92-4C253F257B0D}" dt="2025-07-02T10:43:00.077" v="728" actId="14734"/>
          <ac:graphicFrameMkLst>
            <pc:docMk/>
            <pc:sldMk cId="787914763" sldId="264"/>
            <ac:graphicFrameMk id="5" creationId="{BF68D22E-EFBA-4CCA-9FFE-816066FC2396}"/>
          </ac:graphicFrameMkLst>
        </pc:graphicFrameChg>
        <pc:graphicFrameChg chg="add mod modGraphic">
          <ac:chgData name="" userId="82b02cf6a683e4d4" providerId="LiveId" clId="{1C86C7FB-92DE-4BC8-9D92-4C253F257B0D}" dt="2025-07-02T10:45:45.230" v="785" actId="14734"/>
          <ac:graphicFrameMkLst>
            <pc:docMk/>
            <pc:sldMk cId="787914763" sldId="264"/>
            <ac:graphicFrameMk id="10" creationId="{C68F70FA-AD32-4CC8-88D7-DDE781B20395}"/>
          </ac:graphicFrameMkLst>
        </pc:graphicFrameChg>
      </pc:sldChg>
      <pc:sldChg chg="addSp modSp">
        <pc:chgData name="" userId="82b02cf6a683e4d4" providerId="LiveId" clId="{1C86C7FB-92DE-4BC8-9D92-4C253F257B0D}" dt="2025-07-02T10:48:48.604" v="805" actId="1076"/>
        <pc:sldMkLst>
          <pc:docMk/>
          <pc:sldMk cId="2411589929" sldId="265"/>
        </pc:sldMkLst>
        <pc:spChg chg="add mod">
          <ac:chgData name="" userId="82b02cf6a683e4d4" providerId="LiveId" clId="{1C86C7FB-92DE-4BC8-9D92-4C253F257B0D}" dt="2025-07-02T10:47:43.706" v="795" actId="1076"/>
          <ac:spMkLst>
            <pc:docMk/>
            <pc:sldMk cId="2411589929" sldId="265"/>
            <ac:spMk id="7" creationId="{6BAA0F0B-63C9-4A61-A7A7-EEF2EEAFD36F}"/>
          </ac:spMkLst>
        </pc:spChg>
        <pc:picChg chg="add mod">
          <ac:chgData name="" userId="82b02cf6a683e4d4" providerId="LiveId" clId="{1C86C7FB-92DE-4BC8-9D92-4C253F257B0D}" dt="2025-07-02T10:48:29.451" v="802" actId="14100"/>
          <ac:picMkLst>
            <pc:docMk/>
            <pc:sldMk cId="2411589929" sldId="265"/>
            <ac:picMk id="3" creationId="{31AB6E2F-9DD6-464D-B581-F1CA78D1B1AA}"/>
          </ac:picMkLst>
        </pc:picChg>
        <pc:picChg chg="add mod">
          <ac:chgData name="" userId="82b02cf6a683e4d4" providerId="LiveId" clId="{1C86C7FB-92DE-4BC8-9D92-4C253F257B0D}" dt="2025-07-02T10:48:48.604" v="805" actId="1076"/>
          <ac:picMkLst>
            <pc:docMk/>
            <pc:sldMk cId="2411589929" sldId="265"/>
            <ac:picMk id="5" creationId="{6EBB6526-B808-4981-B03D-6D16D0762BF7}"/>
          </ac:picMkLst>
        </pc:picChg>
      </pc:sldChg>
    </pc:docChg>
  </pc:docChgLst>
  <pc:docChgLst>
    <pc:chgData name="Wei Cheng Wang" userId="e35f45eea4bddd84" providerId="Windows Live" clId="Web-{D83AF775-2193-A83B-6D67-43034A428734}"/>
    <pc:docChg chg="modSld">
      <pc:chgData name="Wei Cheng Wang" userId="e35f45eea4bddd84" providerId="Windows Live" clId="Web-{D83AF775-2193-A83B-6D67-43034A428734}" dt="2025-07-02T10:35:34.041" v="1" actId="20577"/>
      <pc:docMkLst>
        <pc:docMk/>
      </pc:docMkLst>
      <pc:sldChg chg="modSp">
        <pc:chgData name="Wei Cheng Wang" userId="e35f45eea4bddd84" providerId="Windows Live" clId="Web-{D83AF775-2193-A83B-6D67-43034A428734}" dt="2025-07-02T10:35:34.041" v="1" actId="20577"/>
        <pc:sldMkLst>
          <pc:docMk/>
          <pc:sldMk cId="3625977897" sldId="263"/>
        </pc:sldMkLst>
        <pc:spChg chg="mod">
          <ac:chgData name="Wei Cheng Wang" userId="e35f45eea4bddd84" providerId="Windows Live" clId="Web-{D83AF775-2193-A83B-6D67-43034A428734}" dt="2025-07-02T10:35:34.041" v="1" actId="20577"/>
          <ac:spMkLst>
            <pc:docMk/>
            <pc:sldMk cId="3625977897" sldId="263"/>
            <ac:spMk id="3" creationId="{B19963F8-6033-46A2-9FEF-A423DCD2D72A}"/>
          </ac:spMkLst>
        </pc:spChg>
      </pc:sldChg>
    </pc:docChg>
  </pc:docChgLst>
  <pc:docChgLst>
    <pc:chgData name="育成 劉" userId="245f3e4cc1daaefa" providerId="LiveId" clId="{A783155B-FFFA-4D84-A226-19A40289E9D2}"/>
    <pc:docChg chg="undo custSel addSld delSld modSld">
      <pc:chgData name="育成 劉" userId="245f3e4cc1daaefa" providerId="LiveId" clId="{A783155B-FFFA-4D84-A226-19A40289E9D2}" dt="2025-07-02T11:35:03.496" v="1702" actId="947"/>
      <pc:docMkLst>
        <pc:docMk/>
      </pc:docMkLst>
      <pc:sldChg chg="addSp delSp modSp mod">
        <pc:chgData name="育成 劉" userId="245f3e4cc1daaefa" providerId="LiveId" clId="{A783155B-FFFA-4D84-A226-19A40289E9D2}" dt="2025-07-02T10:44:21.591" v="761" actId="14100"/>
        <pc:sldMkLst>
          <pc:docMk/>
          <pc:sldMk cId="2982306346" sldId="259"/>
        </pc:sldMkLst>
        <pc:spChg chg="del">
          <ac:chgData name="育成 劉" userId="245f3e4cc1daaefa" providerId="LiveId" clId="{A783155B-FFFA-4D84-A226-19A40289E9D2}" dt="2025-07-02T09:17:25.095" v="1" actId="478"/>
          <ac:spMkLst>
            <pc:docMk/>
            <pc:sldMk cId="2982306346" sldId="259"/>
            <ac:spMk id="3" creationId="{EF82B4B7-3A61-A2B3-619F-178864B5A354}"/>
          </ac:spMkLst>
        </pc:spChg>
        <pc:spChg chg="add mod">
          <ac:chgData name="育成 劉" userId="245f3e4cc1daaefa" providerId="LiveId" clId="{A783155B-FFFA-4D84-A226-19A40289E9D2}" dt="2025-07-02T10:44:21.591" v="761" actId="14100"/>
          <ac:spMkLst>
            <pc:docMk/>
            <pc:sldMk cId="2982306346" sldId="259"/>
            <ac:spMk id="4" creationId="{46D59E17-3A85-F24E-FF18-AF9DE417FFCD}"/>
          </ac:spMkLst>
        </pc:spChg>
        <pc:spChg chg="del">
          <ac:chgData name="育成 劉" userId="245f3e4cc1daaefa" providerId="LiveId" clId="{A783155B-FFFA-4D84-A226-19A40289E9D2}" dt="2025-07-02T09:17:23.568" v="0" actId="478"/>
          <ac:spMkLst>
            <pc:docMk/>
            <pc:sldMk cId="2982306346" sldId="259"/>
            <ac:spMk id="5" creationId="{737CA1C3-6C7A-5D82-CA33-F7F55BA40A48}"/>
          </ac:spMkLst>
        </pc:spChg>
        <pc:spChg chg="add mod">
          <ac:chgData name="育成 劉" userId="245f3e4cc1daaefa" providerId="LiveId" clId="{A783155B-FFFA-4D84-A226-19A40289E9D2}" dt="2025-07-02T10:44:21.591" v="761" actId="14100"/>
          <ac:spMkLst>
            <pc:docMk/>
            <pc:sldMk cId="2982306346" sldId="259"/>
            <ac:spMk id="6" creationId="{4F3179A7-F670-8778-3756-F16CA2895B05}"/>
          </ac:spMkLst>
        </pc:spChg>
        <pc:spChg chg="add mod">
          <ac:chgData name="育成 劉" userId="245f3e4cc1daaefa" providerId="LiveId" clId="{A783155B-FFFA-4D84-A226-19A40289E9D2}" dt="2025-07-02T10:44:21.591" v="761" actId="14100"/>
          <ac:spMkLst>
            <pc:docMk/>
            <pc:sldMk cId="2982306346" sldId="259"/>
            <ac:spMk id="7" creationId="{CC37E1E5-54B5-8432-E5A4-7D1A9EE49E00}"/>
          </ac:spMkLst>
        </pc:spChg>
        <pc:spChg chg="add mod">
          <ac:chgData name="育成 劉" userId="245f3e4cc1daaefa" providerId="LiveId" clId="{A783155B-FFFA-4D84-A226-19A40289E9D2}" dt="2025-07-02T10:44:21.591" v="761" actId="14100"/>
          <ac:spMkLst>
            <pc:docMk/>
            <pc:sldMk cId="2982306346" sldId="259"/>
            <ac:spMk id="8" creationId="{5A57E44B-B4FF-7816-54F6-49D45BA52A33}"/>
          </ac:spMkLst>
        </pc:spChg>
        <pc:spChg chg="add mod topLvl">
          <ac:chgData name="育成 劉" userId="245f3e4cc1daaefa" providerId="LiveId" clId="{A783155B-FFFA-4D84-A226-19A40289E9D2}" dt="2025-07-02T10:44:21.591" v="761" actId="14100"/>
          <ac:spMkLst>
            <pc:docMk/>
            <pc:sldMk cId="2982306346" sldId="259"/>
            <ac:spMk id="9" creationId="{5B551571-565E-F373-1F1C-40142AC61CF1}"/>
          </ac:spMkLst>
        </pc:spChg>
        <pc:spChg chg="mod">
          <ac:chgData name="育成 劉" userId="245f3e4cc1daaefa" providerId="LiveId" clId="{A783155B-FFFA-4D84-A226-19A40289E9D2}" dt="2025-07-02T09:29:44.788" v="35" actId="571"/>
          <ac:spMkLst>
            <pc:docMk/>
            <pc:sldMk cId="2982306346" sldId="259"/>
            <ac:spMk id="17" creationId="{C473B44C-9FF8-F1CA-5DA5-EB57ACC3BA97}"/>
          </ac:spMkLst>
        </pc:spChg>
        <pc:spChg chg="mod">
          <ac:chgData name="育成 劉" userId="245f3e4cc1daaefa" providerId="LiveId" clId="{A783155B-FFFA-4D84-A226-19A40289E9D2}" dt="2025-07-02T09:29:44.788" v="35" actId="571"/>
          <ac:spMkLst>
            <pc:docMk/>
            <pc:sldMk cId="2982306346" sldId="259"/>
            <ac:spMk id="19" creationId="{C9885383-546D-B3AE-0B08-2D80711C282A}"/>
          </ac:spMkLst>
        </pc:spChg>
        <pc:spChg chg="mod">
          <ac:chgData name="育成 劉" userId="245f3e4cc1daaefa" providerId="LiveId" clId="{A783155B-FFFA-4D84-A226-19A40289E9D2}" dt="2025-07-02T09:29:44.788" v="35" actId="571"/>
          <ac:spMkLst>
            <pc:docMk/>
            <pc:sldMk cId="2982306346" sldId="259"/>
            <ac:spMk id="20" creationId="{B03FCE59-FC21-068F-6320-2541EB75369E}"/>
          </ac:spMkLst>
        </pc:spChg>
        <pc:spChg chg="mod">
          <ac:chgData name="育成 劉" userId="245f3e4cc1daaefa" providerId="LiveId" clId="{A783155B-FFFA-4D84-A226-19A40289E9D2}" dt="2025-07-02T09:29:44.788" v="35" actId="571"/>
          <ac:spMkLst>
            <pc:docMk/>
            <pc:sldMk cId="2982306346" sldId="259"/>
            <ac:spMk id="21" creationId="{133E2751-8C1E-7D1F-4E08-67C35D6BFD44}"/>
          </ac:spMkLst>
        </pc:spChg>
        <pc:spChg chg="add mod">
          <ac:chgData name="育成 劉" userId="245f3e4cc1daaefa" providerId="LiveId" clId="{A783155B-FFFA-4D84-A226-19A40289E9D2}" dt="2025-07-02T09:29:44.788" v="35" actId="571"/>
          <ac:spMkLst>
            <pc:docMk/>
            <pc:sldMk cId="2982306346" sldId="259"/>
            <ac:spMk id="22" creationId="{8936BB61-E78B-44A8-1437-3254F9969ACB}"/>
          </ac:spMkLst>
        </pc:spChg>
        <pc:spChg chg="add mod">
          <ac:chgData name="育成 劉" userId="245f3e4cc1daaefa" providerId="LiveId" clId="{A783155B-FFFA-4D84-A226-19A40289E9D2}" dt="2025-07-02T09:43:49.891" v="120" actId="1076"/>
          <ac:spMkLst>
            <pc:docMk/>
            <pc:sldMk cId="2982306346" sldId="259"/>
            <ac:spMk id="24" creationId="{BC380151-E792-D2BF-E450-FAC473F6C73D}"/>
          </ac:spMkLst>
        </pc:spChg>
        <pc:spChg chg="add mod">
          <ac:chgData name="育成 劉" userId="245f3e4cc1daaefa" providerId="LiveId" clId="{A783155B-FFFA-4D84-A226-19A40289E9D2}" dt="2025-07-02T09:31:32.085" v="52"/>
          <ac:spMkLst>
            <pc:docMk/>
            <pc:sldMk cId="2982306346" sldId="259"/>
            <ac:spMk id="25" creationId="{BC380151-E792-D2BF-E450-FAC473F6C73D}"/>
          </ac:spMkLst>
        </pc:spChg>
        <pc:spChg chg="add del mod">
          <ac:chgData name="育成 劉" userId="245f3e4cc1daaefa" providerId="LiveId" clId="{A783155B-FFFA-4D84-A226-19A40289E9D2}" dt="2025-07-02T09:31:49.316" v="54" actId="478"/>
          <ac:spMkLst>
            <pc:docMk/>
            <pc:sldMk cId="2982306346" sldId="259"/>
            <ac:spMk id="26" creationId="{BC380151-E792-D2BF-E450-FAC473F6C73D}"/>
          </ac:spMkLst>
        </pc:spChg>
        <pc:spChg chg="add del mod">
          <ac:chgData name="育成 劉" userId="245f3e4cc1daaefa" providerId="LiveId" clId="{A783155B-FFFA-4D84-A226-19A40289E9D2}" dt="2025-07-02T09:42:17.648" v="92" actId="478"/>
          <ac:spMkLst>
            <pc:docMk/>
            <pc:sldMk cId="2982306346" sldId="259"/>
            <ac:spMk id="27" creationId="{0BA99EC6-91DD-2AFB-A28D-1D4BCCE3D996}"/>
          </ac:spMkLst>
        </pc:spChg>
        <pc:grpChg chg="add mod topLvl">
          <ac:chgData name="育成 劉" userId="245f3e4cc1daaefa" providerId="LiveId" clId="{A783155B-FFFA-4D84-A226-19A40289E9D2}" dt="2025-07-02T10:44:21.591" v="761" actId="14100"/>
          <ac:grpSpMkLst>
            <pc:docMk/>
            <pc:sldMk cId="2982306346" sldId="259"/>
            <ac:grpSpMk id="10" creationId="{3817DC63-D3C1-EECE-9A8C-BC468F71CB87}"/>
          </ac:grpSpMkLst>
        </pc:grpChg>
        <pc:grpChg chg="add del mod">
          <ac:chgData name="育成 劉" userId="245f3e4cc1daaefa" providerId="LiveId" clId="{A783155B-FFFA-4D84-A226-19A40289E9D2}" dt="2025-07-02T09:29:32.794" v="33" actId="165"/>
          <ac:grpSpMkLst>
            <pc:docMk/>
            <pc:sldMk cId="2982306346" sldId="259"/>
            <ac:grpSpMk id="11" creationId="{A517496C-A605-EE5B-365A-492F468300EC}"/>
          </ac:grpSpMkLst>
        </pc:grpChg>
        <pc:grpChg chg="add mod">
          <ac:chgData name="育成 劉" userId="245f3e4cc1daaefa" providerId="LiveId" clId="{A783155B-FFFA-4D84-A226-19A40289E9D2}" dt="2025-07-02T09:29:44.788" v="35" actId="571"/>
          <ac:grpSpMkLst>
            <pc:docMk/>
            <pc:sldMk cId="2982306346" sldId="259"/>
            <ac:grpSpMk id="14" creationId="{2EDD9B30-0465-0CD8-70F8-8DACA7515BC2}"/>
          </ac:grpSpMkLst>
        </pc:grpChg>
        <pc:grpChg chg="add mod">
          <ac:chgData name="育成 劉" userId="245f3e4cc1daaefa" providerId="LiveId" clId="{A783155B-FFFA-4D84-A226-19A40289E9D2}" dt="2025-07-02T10:44:21.591" v="761" actId="14100"/>
          <ac:grpSpMkLst>
            <pc:docMk/>
            <pc:sldMk cId="2982306346" sldId="259"/>
            <ac:grpSpMk id="23" creationId="{C642E413-375A-DC80-541A-43C7737BD898}"/>
          </ac:grpSpMkLst>
        </pc:grpChg>
        <pc:picChg chg="mod">
          <ac:chgData name="育成 劉" userId="245f3e4cc1daaefa" providerId="LiveId" clId="{A783155B-FFFA-4D84-A226-19A40289E9D2}" dt="2025-07-02T09:29:44.788" v="35" actId="571"/>
          <ac:picMkLst>
            <pc:docMk/>
            <pc:sldMk cId="2982306346" sldId="259"/>
            <ac:picMk id="16" creationId="{4DD0816F-A3FD-3367-AB9D-D5CDADF7B056}"/>
          </ac:picMkLst>
        </pc:picChg>
        <pc:picChg chg="add del mod">
          <ac:chgData name="育成 劉" userId="245f3e4cc1daaefa" providerId="LiveId" clId="{A783155B-FFFA-4D84-A226-19A40289E9D2}" dt="2025-07-02T09:28:02.831" v="17" actId="478"/>
          <ac:picMkLst>
            <pc:docMk/>
            <pc:sldMk cId="2982306346" sldId="259"/>
            <ac:picMk id="1026" creationId="{0D2E9612-DC08-80D1-B922-C476D3699CFD}"/>
          </ac:picMkLst>
        </pc:picChg>
        <pc:picChg chg="add del mod">
          <ac:chgData name="育成 劉" userId="245f3e4cc1daaefa" providerId="LiveId" clId="{A783155B-FFFA-4D84-A226-19A40289E9D2}" dt="2025-07-02T09:28:34.021" v="20" actId="478"/>
          <ac:picMkLst>
            <pc:docMk/>
            <pc:sldMk cId="2982306346" sldId="259"/>
            <ac:picMk id="1028" creationId="{27791B27-1F31-7B32-A0EB-B0492DF9B155}"/>
          </ac:picMkLst>
        </pc:picChg>
        <pc:picChg chg="add mod">
          <ac:chgData name="育成 劉" userId="245f3e4cc1daaefa" providerId="LiveId" clId="{A783155B-FFFA-4D84-A226-19A40289E9D2}" dt="2025-07-02T10:44:21.591" v="761" actId="14100"/>
          <ac:picMkLst>
            <pc:docMk/>
            <pc:sldMk cId="2982306346" sldId="259"/>
            <ac:picMk id="1030" creationId="{A8F57F8B-2756-109A-E625-22F325CB8D36}"/>
          </ac:picMkLst>
        </pc:picChg>
      </pc:sldChg>
      <pc:sldChg chg="addSp delSp modSp mod">
        <pc:chgData name="育成 劉" userId="245f3e4cc1daaefa" providerId="LiveId" clId="{A783155B-FFFA-4D84-A226-19A40289E9D2}" dt="2025-07-02T11:29:55.711" v="1651" actId="1076"/>
        <pc:sldMkLst>
          <pc:docMk/>
          <pc:sldMk cId="1175056857" sldId="260"/>
        </pc:sldMkLst>
        <pc:spChg chg="del">
          <ac:chgData name="育成 劉" userId="245f3e4cc1daaefa" providerId="LiveId" clId="{A783155B-FFFA-4D84-A226-19A40289E9D2}" dt="2025-07-02T09:17:27.715" v="3" actId="478"/>
          <ac:spMkLst>
            <pc:docMk/>
            <pc:sldMk cId="1175056857" sldId="260"/>
            <ac:spMk id="3" creationId="{7FA54050-2475-FFB0-97A7-CD29FB5BAB83}"/>
          </ac:spMkLst>
        </pc:spChg>
        <pc:spChg chg="del">
          <ac:chgData name="育成 劉" userId="245f3e4cc1daaefa" providerId="LiveId" clId="{A783155B-FFFA-4D84-A226-19A40289E9D2}" dt="2025-07-02T09:17:27.174" v="2" actId="478"/>
          <ac:spMkLst>
            <pc:docMk/>
            <pc:sldMk cId="1175056857" sldId="260"/>
            <ac:spMk id="5" creationId="{A1401E5B-02DA-F006-7BE5-7ED14F130C7B}"/>
          </ac:spMkLst>
        </pc:spChg>
        <pc:spChg chg="add mod">
          <ac:chgData name="育成 劉" userId="245f3e4cc1daaefa" providerId="LiveId" clId="{A783155B-FFFA-4D84-A226-19A40289E9D2}" dt="2025-07-02T11:28:09.333" v="1507" actId="1076"/>
          <ac:spMkLst>
            <pc:docMk/>
            <pc:sldMk cId="1175056857" sldId="260"/>
            <ac:spMk id="8" creationId="{13206E14-19E5-6F42-80D3-780E2FC2EA2C}"/>
          </ac:spMkLst>
        </pc:spChg>
        <pc:spChg chg="add mod">
          <ac:chgData name="育成 劉" userId="245f3e4cc1daaefa" providerId="LiveId" clId="{A783155B-FFFA-4D84-A226-19A40289E9D2}" dt="2025-07-02T11:28:25.921" v="1517" actId="20577"/>
          <ac:spMkLst>
            <pc:docMk/>
            <pc:sldMk cId="1175056857" sldId="260"/>
            <ac:spMk id="9" creationId="{AAC4088D-E992-290F-C2CD-A908287DE0BD}"/>
          </ac:spMkLst>
        </pc:spChg>
        <pc:spChg chg="add mod">
          <ac:chgData name="育成 劉" userId="245f3e4cc1daaefa" providerId="LiveId" clId="{A783155B-FFFA-4D84-A226-19A40289E9D2}" dt="2025-07-02T11:28:28.394" v="1519" actId="20577"/>
          <ac:spMkLst>
            <pc:docMk/>
            <pc:sldMk cId="1175056857" sldId="260"/>
            <ac:spMk id="10" creationId="{90AD5FF8-E96B-9F62-111D-C9C56B3C2472}"/>
          </ac:spMkLst>
        </pc:spChg>
        <pc:spChg chg="add mod">
          <ac:chgData name="育成 劉" userId="245f3e4cc1daaefa" providerId="LiveId" clId="{A783155B-FFFA-4D84-A226-19A40289E9D2}" dt="2025-07-02T11:28:31.232" v="1522" actId="20577"/>
          <ac:spMkLst>
            <pc:docMk/>
            <pc:sldMk cId="1175056857" sldId="260"/>
            <ac:spMk id="11" creationId="{F59B85E0-EC10-26D3-39B0-45D739984E96}"/>
          </ac:spMkLst>
        </pc:spChg>
        <pc:spChg chg="add mod">
          <ac:chgData name="育成 劉" userId="245f3e4cc1daaefa" providerId="LiveId" clId="{A783155B-FFFA-4D84-A226-19A40289E9D2}" dt="2025-07-02T11:29:55.711" v="1651" actId="1076"/>
          <ac:spMkLst>
            <pc:docMk/>
            <pc:sldMk cId="1175056857" sldId="260"/>
            <ac:spMk id="14" creationId="{B37EDD22-D801-07A0-82DF-94C76DA8689A}"/>
          </ac:spMkLst>
        </pc:spChg>
        <pc:picChg chg="add mod">
          <ac:chgData name="育成 劉" userId="245f3e4cc1daaefa" providerId="LiveId" clId="{A783155B-FFFA-4D84-A226-19A40289E9D2}" dt="2025-07-02T11:27:49.358" v="1505" actId="1076"/>
          <ac:picMkLst>
            <pc:docMk/>
            <pc:sldMk cId="1175056857" sldId="260"/>
            <ac:picMk id="7" creationId="{0160B7D0-726B-DB70-7BA2-80F054453267}"/>
          </ac:picMkLst>
        </pc:picChg>
      </pc:sldChg>
      <pc:sldChg chg="addSp delSp modSp mod">
        <pc:chgData name="育成 劉" userId="245f3e4cc1daaefa" providerId="LiveId" clId="{A783155B-FFFA-4D84-A226-19A40289E9D2}" dt="2025-07-02T11:11:03.910" v="1467" actId="20577"/>
        <pc:sldMkLst>
          <pc:docMk/>
          <pc:sldMk cId="838827954" sldId="261"/>
        </pc:sldMkLst>
        <pc:spChg chg="del">
          <ac:chgData name="育成 劉" userId="245f3e4cc1daaefa" providerId="LiveId" clId="{A783155B-FFFA-4D84-A226-19A40289E9D2}" dt="2025-07-02T09:17:30.186" v="5" actId="478"/>
          <ac:spMkLst>
            <pc:docMk/>
            <pc:sldMk cId="838827954" sldId="261"/>
            <ac:spMk id="3" creationId="{2C331CCE-9885-7E6D-A80B-11517596921B}"/>
          </ac:spMkLst>
        </pc:spChg>
        <pc:spChg chg="del">
          <ac:chgData name="育成 劉" userId="245f3e4cc1daaefa" providerId="LiveId" clId="{A783155B-FFFA-4D84-A226-19A40289E9D2}" dt="2025-07-02T09:17:29.343" v="4" actId="478"/>
          <ac:spMkLst>
            <pc:docMk/>
            <pc:sldMk cId="838827954" sldId="261"/>
            <ac:spMk id="5" creationId="{1ACC8CDC-4686-506A-379A-55B49DE69127}"/>
          </ac:spMkLst>
        </pc:spChg>
        <pc:spChg chg="add del mod">
          <ac:chgData name="育成 劉" userId="245f3e4cc1daaefa" providerId="LiveId" clId="{A783155B-FFFA-4D84-A226-19A40289E9D2}" dt="2025-07-02T10:27:29.078" v="124"/>
          <ac:spMkLst>
            <pc:docMk/>
            <pc:sldMk cId="838827954" sldId="261"/>
            <ac:spMk id="6" creationId="{CF1D00A7-ADD9-DC4E-8D66-28324BE646C4}"/>
          </ac:spMkLst>
        </pc:spChg>
        <pc:spChg chg="add mod">
          <ac:chgData name="育成 劉" userId="245f3e4cc1daaefa" providerId="LiveId" clId="{A783155B-FFFA-4D84-A226-19A40289E9D2}" dt="2025-07-02T11:05:22.989" v="1372" actId="1076"/>
          <ac:spMkLst>
            <pc:docMk/>
            <pc:sldMk cId="838827954" sldId="261"/>
            <ac:spMk id="7" creationId="{7AED040A-7EEE-A1EB-2C4E-7D59D723193D}"/>
          </ac:spMkLst>
        </pc:spChg>
        <pc:spChg chg="add mod">
          <ac:chgData name="育成 劉" userId="245f3e4cc1daaefa" providerId="LiveId" clId="{A783155B-FFFA-4D84-A226-19A40289E9D2}" dt="2025-07-02T11:07:23.291" v="1399" actId="1076"/>
          <ac:spMkLst>
            <pc:docMk/>
            <pc:sldMk cId="838827954" sldId="261"/>
            <ac:spMk id="18" creationId="{83C4FA39-513A-45C5-1740-E8E36216D97F}"/>
          </ac:spMkLst>
        </pc:spChg>
        <pc:spChg chg="add mod">
          <ac:chgData name="育成 劉" userId="245f3e4cc1daaefa" providerId="LiveId" clId="{A783155B-FFFA-4D84-A226-19A40289E9D2}" dt="2025-07-02T11:09:48.365" v="1449" actId="1076"/>
          <ac:spMkLst>
            <pc:docMk/>
            <pc:sldMk cId="838827954" sldId="261"/>
            <ac:spMk id="24" creationId="{2140E15F-9984-3C55-3667-93D640DE6B34}"/>
          </ac:spMkLst>
        </pc:spChg>
        <pc:spChg chg="add mod">
          <ac:chgData name="育成 劉" userId="245f3e4cc1daaefa" providerId="LiveId" clId="{A783155B-FFFA-4D84-A226-19A40289E9D2}" dt="2025-07-02T11:10:27.286" v="1457" actId="1076"/>
          <ac:spMkLst>
            <pc:docMk/>
            <pc:sldMk cId="838827954" sldId="261"/>
            <ac:spMk id="37" creationId="{BC069751-E758-D079-3C39-2DDF8CB9D9AD}"/>
          </ac:spMkLst>
        </pc:spChg>
        <pc:spChg chg="add mod">
          <ac:chgData name="育成 劉" userId="245f3e4cc1daaefa" providerId="LiveId" clId="{A783155B-FFFA-4D84-A226-19A40289E9D2}" dt="2025-07-02T11:11:03.910" v="1467" actId="20577"/>
          <ac:spMkLst>
            <pc:docMk/>
            <pc:sldMk cId="838827954" sldId="261"/>
            <ac:spMk id="44" creationId="{49834943-AAD6-7F6C-CF40-4E1F3FA0311A}"/>
          </ac:spMkLst>
        </pc:spChg>
        <pc:grpChg chg="add mod">
          <ac:chgData name="育成 劉" userId="245f3e4cc1daaefa" providerId="LiveId" clId="{A783155B-FFFA-4D84-A226-19A40289E9D2}" dt="2025-07-02T11:10:12.391" v="1453" actId="14100"/>
          <ac:grpSpMkLst>
            <pc:docMk/>
            <pc:sldMk cId="838827954" sldId="261"/>
            <ac:grpSpMk id="38" creationId="{4DB27D74-FEFD-176E-969F-C688B23AA0DA}"/>
          </ac:grpSpMkLst>
        </pc:grpChg>
        <pc:picChg chg="add mod ord">
          <ac:chgData name="育成 劉" userId="245f3e4cc1daaefa" providerId="LiveId" clId="{A783155B-FFFA-4D84-A226-19A40289E9D2}" dt="2025-07-02T11:07:44.541" v="1413" actId="1076"/>
          <ac:picMkLst>
            <pc:docMk/>
            <pc:sldMk cId="838827954" sldId="261"/>
            <ac:picMk id="9" creationId="{05DB885E-E09E-6704-496D-BCB55B1E3E6C}"/>
          </ac:picMkLst>
        </pc:picChg>
        <pc:picChg chg="add mod ord">
          <ac:chgData name="育成 劉" userId="245f3e4cc1daaefa" providerId="LiveId" clId="{A783155B-FFFA-4D84-A226-19A40289E9D2}" dt="2025-07-02T11:09:42.938" v="1447" actId="1076"/>
          <ac:picMkLst>
            <pc:docMk/>
            <pc:sldMk cId="838827954" sldId="261"/>
            <ac:picMk id="20" creationId="{3217D3E1-9E46-0CC3-9E27-C15012BFA55F}"/>
          </ac:picMkLst>
        </pc:picChg>
        <pc:cxnChg chg="add mod">
          <ac:chgData name="育成 劉" userId="245f3e4cc1daaefa" providerId="LiveId" clId="{A783155B-FFFA-4D84-A226-19A40289E9D2}" dt="2025-07-02T11:06:27.335" v="1387" actId="208"/>
          <ac:cxnSpMkLst>
            <pc:docMk/>
            <pc:sldMk cId="838827954" sldId="261"/>
            <ac:cxnSpMk id="11" creationId="{F53909C4-30D8-F13A-DB4C-71AA8A9E1A53}"/>
          </ac:cxnSpMkLst>
        </pc:cxnChg>
        <pc:cxnChg chg="add mod">
          <ac:chgData name="育成 劉" userId="245f3e4cc1daaefa" providerId="LiveId" clId="{A783155B-FFFA-4D84-A226-19A40289E9D2}" dt="2025-07-02T11:06:50.121" v="1391" actId="1076"/>
          <ac:cxnSpMkLst>
            <pc:docMk/>
            <pc:sldMk cId="838827954" sldId="261"/>
            <ac:cxnSpMk id="14" creationId="{CAFD479E-88E2-D1EA-7913-0A180A06A745}"/>
          </ac:cxnSpMkLst>
        </pc:cxnChg>
        <pc:cxnChg chg="add mod">
          <ac:chgData name="育成 劉" userId="245f3e4cc1daaefa" providerId="LiveId" clId="{A783155B-FFFA-4D84-A226-19A40289E9D2}" dt="2025-07-02T11:06:53.784" v="1393" actId="1076"/>
          <ac:cxnSpMkLst>
            <pc:docMk/>
            <pc:sldMk cId="838827954" sldId="261"/>
            <ac:cxnSpMk id="17" creationId="{AAA4AD39-DE53-1FE3-5C5E-9B9C4F8863D2}"/>
          </ac:cxnSpMkLst>
        </pc:cxnChg>
        <pc:cxnChg chg="add mod">
          <ac:chgData name="育成 劉" userId="245f3e4cc1daaefa" providerId="LiveId" clId="{A783155B-FFFA-4D84-A226-19A40289E9D2}" dt="2025-07-02T11:09:17.713" v="1436" actId="14100"/>
          <ac:cxnSpMkLst>
            <pc:docMk/>
            <pc:sldMk cId="838827954" sldId="261"/>
            <ac:cxnSpMk id="21" creationId="{87618564-F14A-3ACA-8690-BA4F3C6A11F9}"/>
          </ac:cxnSpMkLst>
        </pc:cxnChg>
        <pc:cxnChg chg="add mod">
          <ac:chgData name="育成 劉" userId="245f3e4cc1daaefa" providerId="LiveId" clId="{A783155B-FFFA-4D84-A226-19A40289E9D2}" dt="2025-07-02T11:09:10.639" v="1433" actId="1076"/>
          <ac:cxnSpMkLst>
            <pc:docMk/>
            <pc:sldMk cId="838827954" sldId="261"/>
            <ac:cxnSpMk id="22" creationId="{DA2F0443-A816-773B-8CF8-88B17FFB7287}"/>
          </ac:cxnSpMkLst>
        </pc:cxnChg>
        <pc:cxnChg chg="add del mod">
          <ac:chgData name="育成 劉" userId="245f3e4cc1daaefa" providerId="LiveId" clId="{A783155B-FFFA-4D84-A226-19A40289E9D2}" dt="2025-07-02T11:09:06.363" v="1431" actId="478"/>
          <ac:cxnSpMkLst>
            <pc:docMk/>
            <pc:sldMk cId="838827954" sldId="261"/>
            <ac:cxnSpMk id="23" creationId="{C99FE574-F23D-E622-F232-BF37A0B82972}"/>
          </ac:cxnSpMkLst>
        </pc:cxnChg>
        <pc:cxnChg chg="add mod">
          <ac:chgData name="育成 劉" userId="245f3e4cc1daaefa" providerId="LiveId" clId="{A783155B-FFFA-4D84-A226-19A40289E9D2}" dt="2025-07-02T11:09:15.074" v="1435" actId="1076"/>
          <ac:cxnSpMkLst>
            <pc:docMk/>
            <pc:sldMk cId="838827954" sldId="261"/>
            <ac:cxnSpMk id="32" creationId="{CB456773-5B1B-1233-E128-4EB557D4C62A}"/>
          </ac:cxnSpMkLst>
        </pc:cxnChg>
        <pc:cxnChg chg="add mod">
          <ac:chgData name="育成 劉" userId="245f3e4cc1daaefa" providerId="LiveId" clId="{A783155B-FFFA-4D84-A226-19A40289E9D2}" dt="2025-07-02T11:10:04.779" v="1451" actId="164"/>
          <ac:cxnSpMkLst>
            <pc:docMk/>
            <pc:sldMk cId="838827954" sldId="261"/>
            <ac:cxnSpMk id="34" creationId="{3EED66EE-D1F9-8C1B-E655-A296AF7128D4}"/>
          </ac:cxnSpMkLst>
        </pc:cxnChg>
        <pc:cxnChg chg="add mod">
          <ac:chgData name="育成 劉" userId="245f3e4cc1daaefa" providerId="LiveId" clId="{A783155B-FFFA-4D84-A226-19A40289E9D2}" dt="2025-07-02T11:10:04.779" v="1451" actId="164"/>
          <ac:cxnSpMkLst>
            <pc:docMk/>
            <pc:sldMk cId="838827954" sldId="261"/>
            <ac:cxnSpMk id="35" creationId="{EACA051A-633E-A216-B222-18FDFC6FF44F}"/>
          </ac:cxnSpMkLst>
        </pc:cxnChg>
        <pc:cxnChg chg="add mod">
          <ac:chgData name="育成 劉" userId="245f3e4cc1daaefa" providerId="LiveId" clId="{A783155B-FFFA-4D84-A226-19A40289E9D2}" dt="2025-07-02T11:10:04.779" v="1451" actId="164"/>
          <ac:cxnSpMkLst>
            <pc:docMk/>
            <pc:sldMk cId="838827954" sldId="261"/>
            <ac:cxnSpMk id="36" creationId="{D9494B45-8EE6-AEC3-301B-712C41D1CC51}"/>
          </ac:cxnSpMkLst>
        </pc:cxnChg>
        <pc:cxnChg chg="add mod">
          <ac:chgData name="育成 劉" userId="245f3e4cc1daaefa" providerId="LiveId" clId="{A783155B-FFFA-4D84-A226-19A40289E9D2}" dt="2025-07-02T11:10:55.747" v="1463" actId="1582"/>
          <ac:cxnSpMkLst>
            <pc:docMk/>
            <pc:sldMk cId="838827954" sldId="261"/>
            <ac:cxnSpMk id="40" creationId="{1AB1A6B6-1839-C3DC-52D7-A5BE481CAFF3}"/>
          </ac:cxnSpMkLst>
        </pc:cxnChg>
      </pc:sldChg>
      <pc:sldChg chg="delSp mod">
        <pc:chgData name="育成 劉" userId="245f3e4cc1daaefa" providerId="LiveId" clId="{A783155B-FFFA-4D84-A226-19A40289E9D2}" dt="2025-07-02T09:17:33.426" v="7" actId="478"/>
        <pc:sldMkLst>
          <pc:docMk/>
          <pc:sldMk cId="3858308297" sldId="262"/>
        </pc:sldMkLst>
        <pc:spChg chg="del">
          <ac:chgData name="育成 劉" userId="245f3e4cc1daaefa" providerId="LiveId" clId="{A783155B-FFFA-4D84-A226-19A40289E9D2}" dt="2025-07-02T09:17:33.426" v="7" actId="478"/>
          <ac:spMkLst>
            <pc:docMk/>
            <pc:sldMk cId="3858308297" sldId="262"/>
            <ac:spMk id="3" creationId="{A6697FFA-15ED-2431-788B-57FA25F1F6AE}"/>
          </ac:spMkLst>
        </pc:spChg>
        <pc:spChg chg="del">
          <ac:chgData name="育成 劉" userId="245f3e4cc1daaefa" providerId="LiveId" clId="{A783155B-FFFA-4D84-A226-19A40289E9D2}" dt="2025-07-02T09:17:32.692" v="6" actId="478"/>
          <ac:spMkLst>
            <pc:docMk/>
            <pc:sldMk cId="3858308297" sldId="262"/>
            <ac:spMk id="5" creationId="{BCD18B43-A726-54E0-6117-1152913F7D96}"/>
          </ac:spMkLst>
        </pc:spChg>
      </pc:sldChg>
      <pc:sldChg chg="delSp modSp mod">
        <pc:chgData name="育成 劉" userId="245f3e4cc1daaefa" providerId="LiveId" clId="{A783155B-FFFA-4D84-A226-19A40289E9D2}" dt="2025-07-02T10:55:05.438" v="1078" actId="947"/>
        <pc:sldMkLst>
          <pc:docMk/>
          <pc:sldMk cId="3625977897" sldId="263"/>
        </pc:sldMkLst>
        <pc:spChg chg="del">
          <ac:chgData name="育成 劉" userId="245f3e4cc1daaefa" providerId="LiveId" clId="{A783155B-FFFA-4D84-A226-19A40289E9D2}" dt="2025-07-02T09:17:35.851" v="9" actId="478"/>
          <ac:spMkLst>
            <pc:docMk/>
            <pc:sldMk cId="3625977897" sldId="263"/>
            <ac:spMk id="3" creationId="{E2D5ADE4-D9CA-58CE-5E4C-DC685FB08CD9}"/>
          </ac:spMkLst>
        </pc:spChg>
        <pc:spChg chg="mod">
          <ac:chgData name="育成 劉" userId="245f3e4cc1daaefa" providerId="LiveId" clId="{A783155B-FFFA-4D84-A226-19A40289E9D2}" dt="2025-07-02T10:55:05.438" v="1078" actId="947"/>
          <ac:spMkLst>
            <pc:docMk/>
            <pc:sldMk cId="3625977897" sldId="263"/>
            <ac:spMk id="5" creationId="{7B17B275-D496-447C-9B9F-8D4BD511ADB4}"/>
          </ac:spMkLst>
        </pc:spChg>
        <pc:spChg chg="del">
          <ac:chgData name="育成 劉" userId="245f3e4cc1daaefa" providerId="LiveId" clId="{A783155B-FFFA-4D84-A226-19A40289E9D2}" dt="2025-07-02T09:17:35.262" v="8" actId="478"/>
          <ac:spMkLst>
            <pc:docMk/>
            <pc:sldMk cId="3625977897" sldId="263"/>
            <ac:spMk id="5" creationId="{DB563873-B7DC-241B-3725-8F0DAA441DED}"/>
          </ac:spMkLst>
        </pc:spChg>
      </pc:sldChg>
      <pc:sldChg chg="delSp modSp mod">
        <pc:chgData name="育成 劉" userId="245f3e4cc1daaefa" providerId="LiveId" clId="{A783155B-FFFA-4D84-A226-19A40289E9D2}" dt="2025-07-02T11:35:03.496" v="1702" actId="947"/>
        <pc:sldMkLst>
          <pc:docMk/>
          <pc:sldMk cId="787914763" sldId="264"/>
        </pc:sldMkLst>
        <pc:spChg chg="del">
          <ac:chgData name="育成 劉" userId="245f3e4cc1daaefa" providerId="LiveId" clId="{A783155B-FFFA-4D84-A226-19A40289E9D2}" dt="2025-07-02T09:17:38.302" v="11" actId="478"/>
          <ac:spMkLst>
            <pc:docMk/>
            <pc:sldMk cId="787914763" sldId="264"/>
            <ac:spMk id="3" creationId="{89A6666D-220F-152D-369A-60198DB9ACDB}"/>
          </ac:spMkLst>
        </pc:spChg>
        <pc:spChg chg="del">
          <ac:chgData name="育成 劉" userId="245f3e4cc1daaefa" providerId="LiveId" clId="{A783155B-FFFA-4D84-A226-19A40289E9D2}" dt="2025-07-02T09:17:37.750" v="10" actId="478"/>
          <ac:spMkLst>
            <pc:docMk/>
            <pc:sldMk cId="787914763" sldId="264"/>
            <ac:spMk id="5" creationId="{CA614EF0-419B-FACA-0D73-5E0BCDEF45D5}"/>
          </ac:spMkLst>
        </pc:spChg>
        <pc:graphicFrameChg chg="modGraphic">
          <ac:chgData name="育成 劉" userId="245f3e4cc1daaefa" providerId="LiveId" clId="{A783155B-FFFA-4D84-A226-19A40289E9D2}" dt="2025-07-02T11:34:38.892" v="1701" actId="947"/>
          <ac:graphicFrameMkLst>
            <pc:docMk/>
            <pc:sldMk cId="787914763" sldId="264"/>
            <ac:graphicFrameMk id="5" creationId="{BF68D22E-EFBA-4CCA-9FFE-816066FC2396}"/>
          </ac:graphicFrameMkLst>
        </pc:graphicFrameChg>
        <pc:graphicFrameChg chg="modGraphic">
          <ac:chgData name="育成 劉" userId="245f3e4cc1daaefa" providerId="LiveId" clId="{A783155B-FFFA-4D84-A226-19A40289E9D2}" dt="2025-07-02T11:35:03.496" v="1702" actId="947"/>
          <ac:graphicFrameMkLst>
            <pc:docMk/>
            <pc:sldMk cId="787914763" sldId="264"/>
            <ac:graphicFrameMk id="10" creationId="{C68F70FA-AD32-4CC8-88D7-DDE781B20395}"/>
          </ac:graphicFrameMkLst>
        </pc:graphicFrameChg>
      </pc:sldChg>
      <pc:sldChg chg="addSp delSp modSp mod modAnim">
        <pc:chgData name="育成 劉" userId="245f3e4cc1daaefa" providerId="LiveId" clId="{A783155B-FFFA-4D84-A226-19A40289E9D2}" dt="2025-07-02T11:34:06.075" v="1700" actId="947"/>
        <pc:sldMkLst>
          <pc:docMk/>
          <pc:sldMk cId="2411589929" sldId="265"/>
        </pc:sldMkLst>
        <pc:spChg chg="del">
          <ac:chgData name="育成 劉" userId="245f3e4cc1daaefa" providerId="LiveId" clId="{A783155B-FFFA-4D84-A226-19A40289E9D2}" dt="2025-07-02T09:17:40.546" v="13" actId="478"/>
          <ac:spMkLst>
            <pc:docMk/>
            <pc:sldMk cId="2411589929" sldId="265"/>
            <ac:spMk id="3" creationId="{633DB77D-BE65-117B-BE61-BF22D4898C07}"/>
          </ac:spMkLst>
        </pc:spChg>
        <pc:spChg chg="del">
          <ac:chgData name="育成 劉" userId="245f3e4cc1daaefa" providerId="LiveId" clId="{A783155B-FFFA-4D84-A226-19A40289E9D2}" dt="2025-07-02T09:17:39.778" v="12" actId="478"/>
          <ac:spMkLst>
            <pc:docMk/>
            <pc:sldMk cId="2411589929" sldId="265"/>
            <ac:spMk id="5" creationId="{1CD488E2-C09D-5137-122C-0E9AF9E0AEF4}"/>
          </ac:spMkLst>
        </pc:spChg>
        <pc:spChg chg="mod">
          <ac:chgData name="育成 劉" userId="245f3e4cc1daaefa" providerId="LiveId" clId="{A783155B-FFFA-4D84-A226-19A40289E9D2}" dt="2025-07-02T11:34:06.075" v="1700" actId="947"/>
          <ac:spMkLst>
            <pc:docMk/>
            <pc:sldMk cId="2411589929" sldId="265"/>
            <ac:spMk id="7" creationId="{6BAA0F0B-63C9-4A61-A7A7-EEF2EEAFD36F}"/>
          </ac:spMkLst>
        </pc:spChg>
        <pc:picChg chg="add mod ord modCrop">
          <ac:chgData name="育成 劉" userId="245f3e4cc1daaefa" providerId="LiveId" clId="{A783155B-FFFA-4D84-A226-19A40289E9D2}" dt="2025-07-02T11:13:26.181" v="1502" actId="1076"/>
          <ac:picMkLst>
            <pc:docMk/>
            <pc:sldMk cId="2411589929" sldId="265"/>
            <ac:picMk id="6" creationId="{B9C0AB83-CB11-198F-B6C0-3BC0ACCBD7BB}"/>
          </ac:picMkLst>
        </pc:picChg>
      </pc:sldChg>
      <pc:sldChg chg="addSp modSp new mod setBg setClrOvrMap">
        <pc:chgData name="育成 劉" userId="245f3e4cc1daaefa" providerId="LiveId" clId="{A783155B-FFFA-4D84-A226-19A40289E9D2}" dt="2025-07-02T11:31:42.795" v="1698" actId="2711"/>
        <pc:sldMkLst>
          <pc:docMk/>
          <pc:sldMk cId="52948781" sldId="266"/>
        </pc:sldMkLst>
        <pc:spChg chg="mod">
          <ac:chgData name="育成 劉" userId="245f3e4cc1daaefa" providerId="LiveId" clId="{A783155B-FFFA-4D84-A226-19A40289E9D2}" dt="2025-07-02T11:31:42.795" v="1698" actId="2711"/>
          <ac:spMkLst>
            <pc:docMk/>
            <pc:sldMk cId="52948781" sldId="266"/>
            <ac:spMk id="2" creationId="{5C6A76F2-82D1-C3DD-4DC5-E7F7A19123D6}"/>
          </ac:spMkLst>
        </pc:spChg>
        <pc:spChg chg="mod">
          <ac:chgData name="育成 劉" userId="245f3e4cc1daaefa" providerId="LiveId" clId="{A783155B-FFFA-4D84-A226-19A40289E9D2}" dt="2025-07-02T11:31:18.873" v="1659" actId="26606"/>
          <ac:spMkLst>
            <pc:docMk/>
            <pc:sldMk cId="52948781" sldId="266"/>
            <ac:spMk id="3" creationId="{954DD0CF-847A-E5A7-9B27-B2A62CEBE284}"/>
          </ac:spMkLst>
        </pc:spChg>
        <pc:spChg chg="add">
          <ac:chgData name="育成 劉" userId="245f3e4cc1daaefa" providerId="LiveId" clId="{A783155B-FFFA-4D84-A226-19A40289E9D2}" dt="2025-07-02T11:31:18.873" v="1659" actId="26606"/>
          <ac:spMkLst>
            <pc:docMk/>
            <pc:sldMk cId="52948781" sldId="266"/>
            <ac:spMk id="8" creationId="{4EFE82FE-7465-AE46-88DF-34D347E83B84}"/>
          </ac:spMkLst>
        </pc:spChg>
        <pc:grpChg chg="add">
          <ac:chgData name="育成 劉" userId="245f3e4cc1daaefa" providerId="LiveId" clId="{A783155B-FFFA-4D84-A226-19A40289E9D2}" dt="2025-07-02T11:31:18.873" v="1659" actId="26606"/>
          <ac:grpSpMkLst>
            <pc:docMk/>
            <pc:sldMk cId="52948781" sldId="266"/>
            <ac:grpSpMk id="12" creationId="{E63AF7E2-A240-C246-AFB8-2AD8FF4621DB}"/>
          </ac:grpSpMkLst>
        </pc:grpChg>
        <pc:cxnChg chg="add">
          <ac:chgData name="育成 劉" userId="245f3e4cc1daaefa" providerId="LiveId" clId="{A783155B-FFFA-4D84-A226-19A40289E9D2}" dt="2025-07-02T11:31:18.873" v="1659" actId="26606"/>
          <ac:cxnSpMkLst>
            <pc:docMk/>
            <pc:sldMk cId="52948781" sldId="266"/>
            <ac:cxnSpMk id="10" creationId="{2DDDFCEF-D5C9-BE40-9979-57040F021F96}"/>
          </ac:cxnSpMkLst>
        </pc:cxnChg>
      </pc:sldChg>
      <pc:sldChg chg="new del">
        <pc:chgData name="育成 劉" userId="245f3e4cc1daaefa" providerId="LiveId" clId="{A783155B-FFFA-4D84-A226-19A40289E9D2}" dt="2025-07-02T11:31:10.938" v="1657" actId="47"/>
        <pc:sldMkLst>
          <pc:docMk/>
          <pc:sldMk cId="940667156" sldId="266"/>
        </pc:sldMkLst>
      </pc:sldChg>
      <pc:sldChg chg="delSp add del mod setBg delDesignElem">
        <pc:chgData name="育成 劉" userId="245f3e4cc1daaefa" providerId="LiveId" clId="{A783155B-FFFA-4D84-A226-19A40289E9D2}" dt="2025-07-02T11:30:56.034" v="1655" actId="47"/>
        <pc:sldMkLst>
          <pc:docMk/>
          <pc:sldMk cId="2748840004" sldId="266"/>
        </pc:sldMkLst>
        <pc:spChg chg="del">
          <ac:chgData name="育成 劉" userId="245f3e4cc1daaefa" providerId="LiveId" clId="{A783155B-FFFA-4D84-A226-19A40289E9D2}" dt="2025-07-02T11:30:49.304" v="1653"/>
          <ac:spMkLst>
            <pc:docMk/>
            <pc:sldMk cId="2748840004" sldId="266"/>
            <ac:spMk id="1048" creationId="{9D867BA6-FB35-3E0A-A9C4-4F0930BD1B62}"/>
          </ac:spMkLst>
        </pc:spChg>
        <pc:grpChg chg="del">
          <ac:chgData name="育成 劉" userId="245f3e4cc1daaefa" providerId="LiveId" clId="{A783155B-FFFA-4D84-A226-19A40289E9D2}" dt="2025-07-02T11:30:49.304" v="1653"/>
          <ac:grpSpMkLst>
            <pc:docMk/>
            <pc:sldMk cId="2748840004" sldId="266"/>
            <ac:grpSpMk id="1031" creationId="{E6FE5A09-1029-2323-EC5C-4DF1F0E74492}"/>
          </ac:grpSpMkLst>
        </pc:grpChg>
        <pc:grpChg chg="del">
          <ac:chgData name="育成 劉" userId="245f3e4cc1daaefa" providerId="LiveId" clId="{A783155B-FFFA-4D84-A226-19A40289E9D2}" dt="2025-07-02T11:30:49.304" v="1653"/>
          <ac:grpSpMkLst>
            <pc:docMk/>
            <pc:sldMk cId="2748840004" sldId="266"/>
            <ac:grpSpMk id="1052" creationId="{BDA4A0C8-E770-3354-51AE-97B4827E5369}"/>
          </ac:grpSpMkLst>
        </pc:grpChg>
        <pc:picChg chg="del">
          <ac:chgData name="育成 劉" userId="245f3e4cc1daaefa" providerId="LiveId" clId="{A783155B-FFFA-4D84-A226-19A40289E9D2}" dt="2025-07-02T11:30:53.822" v="1654" actId="478"/>
          <ac:picMkLst>
            <pc:docMk/>
            <pc:sldMk cId="2748840004" sldId="266"/>
            <ac:picMk id="1087" creationId="{6CAC6313-3B40-2CD7-4D47-A49AC67EC44A}"/>
          </ac:picMkLst>
        </pc:picChg>
        <pc:cxnChg chg="del">
          <ac:chgData name="育成 劉" userId="245f3e4cc1daaefa" providerId="LiveId" clId="{A783155B-FFFA-4D84-A226-19A40289E9D2}" dt="2025-07-02T11:30:49.304" v="1653"/>
          <ac:cxnSpMkLst>
            <pc:docMk/>
            <pc:sldMk cId="2748840004" sldId="266"/>
            <ac:cxnSpMk id="1046" creationId="{7A3F0F15-5D46-2ADD-3D8C-3E77A54E4FEF}"/>
          </ac:cxnSpMkLst>
        </pc:cxnChg>
        <pc:cxnChg chg="del">
          <ac:chgData name="育成 劉" userId="245f3e4cc1daaefa" providerId="LiveId" clId="{A783155B-FFFA-4D84-A226-19A40289E9D2}" dt="2025-07-02T11:30:49.304" v="1653"/>
          <ac:cxnSpMkLst>
            <pc:docMk/>
            <pc:sldMk cId="2748840004" sldId="266"/>
            <ac:cxnSpMk id="1050" creationId="{572F2F67-B7A9-BFFF-ECB1-6F2FB4704E3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C70CF-8B90-430C-9ACD-943A4C3605A1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E47C-5E81-490C-A0FB-01F0E22A1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939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3E47C-5E81-490C-A0FB-01F0E22A156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46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30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65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57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5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99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09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3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51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67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28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2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11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抽象的遺傳概念">
            <a:extLst>
              <a:ext uri="{FF2B5EF4-FFF2-40B4-BE49-F238E27FC236}">
                <a16:creationId xmlns:a16="http://schemas.microsoft.com/office/drawing/2014/main" id="{DA081757-0961-37B5-D4D1-606EA6972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13" b="18137"/>
          <a:stretch>
            <a:fillRect/>
          </a:stretch>
        </p:blipFill>
        <p:spPr>
          <a:xfrm>
            <a:off x="-1" y="-1"/>
            <a:ext cx="12191980" cy="6857999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90E3C1C-3E19-F82F-C47B-D88163BEB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2244900"/>
            <a:ext cx="6339084" cy="1709644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VTOL</a:t>
            </a:r>
            <a:r>
              <a:rPr lang="zh-TW" altLang="en-US" sz="4400" dirty="0"/>
              <a:t>飛機起落架設計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61EEAD-03A7-0B0E-929A-1FCF9B8C0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複合材料實驗室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虎尾科技大學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飛機工程系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2" descr="國立虎尾科技大學飛機工程系系辦">
            <a:extLst>
              <a:ext uri="{FF2B5EF4-FFF2-40B4-BE49-F238E27FC236}">
                <a16:creationId xmlns:a16="http://schemas.microsoft.com/office/drawing/2014/main" id="{0BC61F72-7651-37E8-C41C-12FC3B931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9D1165E-96AC-EE67-2A5A-CE5526990290}"/>
              </a:ext>
            </a:extLst>
          </p:cNvPr>
          <p:cNvSpPr txBox="1"/>
          <p:nvPr/>
        </p:nvSpPr>
        <p:spPr>
          <a:xfrm>
            <a:off x="1608202" y="613132"/>
            <a:ext cx="9457064" cy="707886"/>
          </a:xfrm>
          <a:prstGeom prst="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無人機智慧化輔助設計平台原型建構計畫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E7DCAF8-7946-5F95-8BB0-00ACED647AFD}"/>
              </a:ext>
            </a:extLst>
          </p:cNvPr>
          <p:cNvSpPr/>
          <p:nvPr/>
        </p:nvSpPr>
        <p:spPr>
          <a:xfrm>
            <a:off x="9522239" y="3305799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9277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4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9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0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1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2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3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4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B1DA2280-4367-9844-92C8-D662486F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1A9C303F-3A73-E440-923C-BAAF3176C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45" y="0"/>
            <a:ext cx="5988856" cy="6858001"/>
            <a:chOff x="6203145" y="0"/>
            <a:chExt cx="5988856" cy="6858001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7B205DF0-BAE6-CF47-ABF8-A3266C711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228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Freeform 27">
              <a:extLst>
                <a:ext uri="{FF2B5EF4-FFF2-40B4-BE49-F238E27FC236}">
                  <a16:creationId xmlns:a16="http://schemas.microsoft.com/office/drawing/2014/main" id="{30B64E66-F59E-9A4E-8CD3-2C62007DE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3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4669C99C-C50F-2A47-9BA2-EA4B62AD2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3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FA2CE447-6B57-FC41-89F1-971B2338D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3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Freeform 30">
              <a:extLst>
                <a:ext uri="{FF2B5EF4-FFF2-40B4-BE49-F238E27FC236}">
                  <a16:creationId xmlns:a16="http://schemas.microsoft.com/office/drawing/2014/main" id="{3F8C4B96-43F0-6448-90E8-4949AC2F2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2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978F21E1-A886-E449-BF38-C9AD29BDB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2959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Freeform 32">
              <a:extLst>
                <a:ext uri="{FF2B5EF4-FFF2-40B4-BE49-F238E27FC236}">
                  <a16:creationId xmlns:a16="http://schemas.microsoft.com/office/drawing/2014/main" id="{59A063CA-8B5F-6347-8A9F-3802824D9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8" y="4923855"/>
              <a:ext cx="536172" cy="1124839"/>
            </a:xfrm>
            <a:custGeom>
              <a:avLst/>
              <a:gdLst>
                <a:gd name="connsiteX0" fmla="*/ 536172 w 536172"/>
                <a:gd name="connsiteY0" fmla="*/ 0 h 1124839"/>
                <a:gd name="connsiteX1" fmla="*/ 536172 w 536172"/>
                <a:gd name="connsiteY1" fmla="*/ 1124839 h 1124839"/>
                <a:gd name="connsiteX2" fmla="*/ 451423 w 536172"/>
                <a:gd name="connsiteY2" fmla="*/ 1116295 h 1124839"/>
                <a:gd name="connsiteX3" fmla="*/ 0 w 536172"/>
                <a:gd name="connsiteY3" fmla="*/ 562419 h 1124839"/>
                <a:gd name="connsiteX4" fmla="*/ 451423 w 536172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2" h="1124839">
                  <a:moveTo>
                    <a:pt x="536172" y="0"/>
                  </a:moveTo>
                  <a:lnTo>
                    <a:pt x="536172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0" name="Freeform 48">
              <a:extLst>
                <a:ext uri="{FF2B5EF4-FFF2-40B4-BE49-F238E27FC236}">
                  <a16:creationId xmlns:a16="http://schemas.microsoft.com/office/drawing/2014/main" id="{FBD0F012-879A-5849-A7F8-00E9C54BA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3147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1" name="Freeform 49">
              <a:extLst>
                <a:ext uri="{FF2B5EF4-FFF2-40B4-BE49-F238E27FC236}">
                  <a16:creationId xmlns:a16="http://schemas.microsoft.com/office/drawing/2014/main" id="{E67EA7D6-BAF0-E749-AE45-8979B3AE8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976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70 w 1130726"/>
                <a:gd name="connsiteY2" fmla="*/ 108609 h 565362"/>
                <a:gd name="connsiteX3" fmla="*/ 565364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4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6719" y="354660"/>
                    <a:pt x="304426" y="539750"/>
                    <a:pt x="565364" y="539750"/>
                  </a:cubicBezTo>
                  <a:cubicBezTo>
                    <a:pt x="826301" y="539750"/>
                    <a:pt x="1044008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4" y="565362"/>
                  </a:cubicBezTo>
                  <a:cubicBezTo>
                    <a:pt x="253123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2" name="Freeform 50">
              <a:extLst>
                <a:ext uri="{FF2B5EF4-FFF2-40B4-BE49-F238E27FC236}">
                  <a16:creationId xmlns:a16="http://schemas.microsoft.com/office/drawing/2014/main" id="{D20805D5-8675-4847-ACD6-15C16DC76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07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69 w 1130726"/>
                <a:gd name="connsiteY2" fmla="*/ 108609 h 565362"/>
                <a:gd name="connsiteX3" fmla="*/ 565363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3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69" y="108609"/>
                  </a:lnTo>
                  <a:cubicBezTo>
                    <a:pt x="86719" y="354660"/>
                    <a:pt x="304426" y="539750"/>
                    <a:pt x="565363" y="539750"/>
                  </a:cubicBezTo>
                  <a:cubicBezTo>
                    <a:pt x="826300" y="539750"/>
                    <a:pt x="1044007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3" y="565362"/>
                  </a:cubicBezTo>
                  <a:cubicBezTo>
                    <a:pt x="253122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3" name="Freeform 51">
              <a:extLst>
                <a:ext uri="{FF2B5EF4-FFF2-40B4-BE49-F238E27FC236}">
                  <a16:creationId xmlns:a16="http://schemas.microsoft.com/office/drawing/2014/main" id="{3B802874-ED6B-2D4D-8336-74AB1EA9E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0"/>
              <a:ext cx="535425" cy="562344"/>
            </a:xfrm>
            <a:custGeom>
              <a:avLst/>
              <a:gdLst>
                <a:gd name="connsiteX0" fmla="*/ 0 w 535425"/>
                <a:gd name="connsiteY0" fmla="*/ 0 h 562344"/>
                <a:gd name="connsiteX1" fmla="*/ 25421 w 535425"/>
                <a:gd name="connsiteY1" fmla="*/ 0 h 562344"/>
                <a:gd name="connsiteX2" fmla="*/ 36369 w 535425"/>
                <a:gd name="connsiteY2" fmla="*/ 108609 h 562344"/>
                <a:gd name="connsiteX3" fmla="*/ 469780 w 535425"/>
                <a:gd name="connsiteY3" fmla="*/ 531316 h 562344"/>
                <a:gd name="connsiteX4" fmla="*/ 535425 w 535425"/>
                <a:gd name="connsiteY4" fmla="*/ 537109 h 562344"/>
                <a:gd name="connsiteX5" fmla="*/ 535425 w 535425"/>
                <a:gd name="connsiteY5" fmla="*/ 562344 h 562344"/>
                <a:gd name="connsiteX6" fmla="*/ 451423 w 535425"/>
                <a:gd name="connsiteY6" fmla="*/ 553876 h 562344"/>
                <a:gd name="connsiteX7" fmla="*/ 0 w 535425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5" h="562344">
                  <a:moveTo>
                    <a:pt x="0" y="0"/>
                  </a:moveTo>
                  <a:lnTo>
                    <a:pt x="25421" y="0"/>
                  </a:lnTo>
                  <a:lnTo>
                    <a:pt x="36369" y="108609"/>
                  </a:lnTo>
                  <a:cubicBezTo>
                    <a:pt x="80425" y="323904"/>
                    <a:pt x="252614" y="492525"/>
                    <a:pt x="469780" y="531316"/>
                  </a:cubicBezTo>
                  <a:lnTo>
                    <a:pt x="535425" y="537109"/>
                  </a:lnTo>
                  <a:lnTo>
                    <a:pt x="535425" y="562344"/>
                  </a:lnTo>
                  <a:lnTo>
                    <a:pt x="451423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4" name="Freeform 52">
              <a:extLst>
                <a:ext uri="{FF2B5EF4-FFF2-40B4-BE49-F238E27FC236}">
                  <a16:creationId xmlns:a16="http://schemas.microsoft.com/office/drawing/2014/main" id="{D15F4AF4-9B59-CA46-920E-73456C5A4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807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5" name="Freeform 53">
              <a:extLst>
                <a:ext uri="{FF2B5EF4-FFF2-40B4-BE49-F238E27FC236}">
                  <a16:creationId xmlns:a16="http://schemas.microsoft.com/office/drawing/2014/main" id="{11572EED-2C54-D948-A1DC-680DD79D0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07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6" name="Freeform 54">
              <a:extLst>
                <a:ext uri="{FF2B5EF4-FFF2-40B4-BE49-F238E27FC236}">
                  <a16:creationId xmlns:a16="http://schemas.microsoft.com/office/drawing/2014/main" id="{D749F206-EF71-2B44-8F0B-E8DF4EAC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809383"/>
              <a:ext cx="535425" cy="1124688"/>
            </a:xfrm>
            <a:custGeom>
              <a:avLst/>
              <a:gdLst>
                <a:gd name="connsiteX0" fmla="*/ 535425 w 535425"/>
                <a:gd name="connsiteY0" fmla="*/ 0 h 1124688"/>
                <a:gd name="connsiteX1" fmla="*/ 535425 w 535425"/>
                <a:gd name="connsiteY1" fmla="*/ 25186 h 1124688"/>
                <a:gd name="connsiteX2" fmla="*/ 456541 w 535425"/>
                <a:gd name="connsiteY2" fmla="*/ 33138 h 1124688"/>
                <a:gd name="connsiteX3" fmla="*/ 25399 w 535425"/>
                <a:gd name="connsiteY3" fmla="*/ 562131 h 1124688"/>
                <a:gd name="connsiteX4" fmla="*/ 456541 w 535425"/>
                <a:gd name="connsiteY4" fmla="*/ 1091124 h 1124688"/>
                <a:gd name="connsiteX5" fmla="*/ 535425 w 535425"/>
                <a:gd name="connsiteY5" fmla="*/ 1099076 h 1124688"/>
                <a:gd name="connsiteX6" fmla="*/ 535425 w 535425"/>
                <a:gd name="connsiteY6" fmla="*/ 1124688 h 1124688"/>
                <a:gd name="connsiteX7" fmla="*/ 451423 w 535425"/>
                <a:gd name="connsiteY7" fmla="*/ 1116220 h 1124688"/>
                <a:gd name="connsiteX8" fmla="*/ 0 w 535425"/>
                <a:gd name="connsiteY8" fmla="*/ 562344 h 1124688"/>
                <a:gd name="connsiteX9" fmla="*/ 451423 w 535425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5" h="1124688">
                  <a:moveTo>
                    <a:pt x="535425" y="0"/>
                  </a:moveTo>
                  <a:lnTo>
                    <a:pt x="535425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5" y="1099076"/>
                  </a:lnTo>
                  <a:lnTo>
                    <a:pt x="535425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7" name="Freeform 55">
              <a:extLst>
                <a:ext uri="{FF2B5EF4-FFF2-40B4-BE49-F238E27FC236}">
                  <a16:creationId xmlns:a16="http://schemas.microsoft.com/office/drawing/2014/main" id="{87EEC91C-B6CD-D74C-9DE5-3C9B9F304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976" y="2178092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8" name="Freeform 56">
              <a:extLst>
                <a:ext uri="{FF2B5EF4-FFF2-40B4-BE49-F238E27FC236}">
                  <a16:creationId xmlns:a16="http://schemas.microsoft.com/office/drawing/2014/main" id="{AD44CA4C-ED5A-7544-8323-E623F94DAA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2181110"/>
              <a:ext cx="535425" cy="1124688"/>
            </a:xfrm>
            <a:custGeom>
              <a:avLst/>
              <a:gdLst>
                <a:gd name="connsiteX0" fmla="*/ 535425 w 535425"/>
                <a:gd name="connsiteY0" fmla="*/ 0 h 1124688"/>
                <a:gd name="connsiteX1" fmla="*/ 535425 w 535425"/>
                <a:gd name="connsiteY1" fmla="*/ 25186 h 1124688"/>
                <a:gd name="connsiteX2" fmla="*/ 456541 w 535425"/>
                <a:gd name="connsiteY2" fmla="*/ 33139 h 1124688"/>
                <a:gd name="connsiteX3" fmla="*/ 25399 w 535425"/>
                <a:gd name="connsiteY3" fmla="*/ 562131 h 1124688"/>
                <a:gd name="connsiteX4" fmla="*/ 456541 w 535425"/>
                <a:gd name="connsiteY4" fmla="*/ 1091124 h 1124688"/>
                <a:gd name="connsiteX5" fmla="*/ 535425 w 535425"/>
                <a:gd name="connsiteY5" fmla="*/ 1099076 h 1124688"/>
                <a:gd name="connsiteX6" fmla="*/ 535425 w 535425"/>
                <a:gd name="connsiteY6" fmla="*/ 1124688 h 1124688"/>
                <a:gd name="connsiteX7" fmla="*/ 451423 w 535425"/>
                <a:gd name="connsiteY7" fmla="*/ 1116220 h 1124688"/>
                <a:gd name="connsiteX8" fmla="*/ 0 w 535425"/>
                <a:gd name="connsiteY8" fmla="*/ 562344 h 1124688"/>
                <a:gd name="connsiteX9" fmla="*/ 451423 w 535425"/>
                <a:gd name="connsiteY9" fmla="*/ 8469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5" h="1124688">
                  <a:moveTo>
                    <a:pt x="535425" y="0"/>
                  </a:moveTo>
                  <a:lnTo>
                    <a:pt x="535425" y="25186"/>
                  </a:lnTo>
                  <a:lnTo>
                    <a:pt x="456541" y="33139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5" y="1099076"/>
                  </a:lnTo>
                  <a:lnTo>
                    <a:pt x="535425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9" name="Freeform 57">
              <a:extLst>
                <a:ext uri="{FF2B5EF4-FFF2-40B4-BE49-F238E27FC236}">
                  <a16:creationId xmlns:a16="http://schemas.microsoft.com/office/drawing/2014/main" id="{ABC194E6-E855-7F4A-805B-25EC12AB0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3145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0" name="Freeform 58">
              <a:extLst>
                <a:ext uri="{FF2B5EF4-FFF2-40B4-BE49-F238E27FC236}">
                  <a16:creationId xmlns:a16="http://schemas.microsoft.com/office/drawing/2014/main" id="{D209722E-AECA-1049-BDC9-0B51AA5A2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976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1" name="Freeform 59">
              <a:extLst>
                <a:ext uri="{FF2B5EF4-FFF2-40B4-BE49-F238E27FC236}">
                  <a16:creationId xmlns:a16="http://schemas.microsoft.com/office/drawing/2014/main" id="{A2380CC4-123C-7A44-B83C-72C47DA2B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07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2" name="Freeform 60">
              <a:extLst>
                <a:ext uri="{FF2B5EF4-FFF2-40B4-BE49-F238E27FC236}">
                  <a16:creationId xmlns:a16="http://schemas.microsoft.com/office/drawing/2014/main" id="{D1370748-8047-C249-8646-BFD370927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3552837"/>
              <a:ext cx="535425" cy="1124688"/>
            </a:xfrm>
            <a:custGeom>
              <a:avLst/>
              <a:gdLst>
                <a:gd name="connsiteX0" fmla="*/ 535425 w 535425"/>
                <a:gd name="connsiteY0" fmla="*/ 0 h 1124688"/>
                <a:gd name="connsiteX1" fmla="*/ 535425 w 535425"/>
                <a:gd name="connsiteY1" fmla="*/ 25186 h 1124688"/>
                <a:gd name="connsiteX2" fmla="*/ 456541 w 535425"/>
                <a:gd name="connsiteY2" fmla="*/ 33138 h 1124688"/>
                <a:gd name="connsiteX3" fmla="*/ 25399 w 535425"/>
                <a:gd name="connsiteY3" fmla="*/ 562131 h 1124688"/>
                <a:gd name="connsiteX4" fmla="*/ 456541 w 535425"/>
                <a:gd name="connsiteY4" fmla="*/ 1091124 h 1124688"/>
                <a:gd name="connsiteX5" fmla="*/ 535425 w 535425"/>
                <a:gd name="connsiteY5" fmla="*/ 1099076 h 1124688"/>
                <a:gd name="connsiteX6" fmla="*/ 535425 w 535425"/>
                <a:gd name="connsiteY6" fmla="*/ 1124688 h 1124688"/>
                <a:gd name="connsiteX7" fmla="*/ 451423 w 535425"/>
                <a:gd name="connsiteY7" fmla="*/ 1116220 h 1124688"/>
                <a:gd name="connsiteX8" fmla="*/ 0 w 535425"/>
                <a:gd name="connsiteY8" fmla="*/ 562344 h 1124688"/>
                <a:gd name="connsiteX9" fmla="*/ 451423 w 535425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5" h="1124688">
                  <a:moveTo>
                    <a:pt x="535425" y="0"/>
                  </a:moveTo>
                  <a:lnTo>
                    <a:pt x="535425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5" y="1099076"/>
                  </a:lnTo>
                  <a:lnTo>
                    <a:pt x="535425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3" name="Freeform 61">
              <a:extLst>
                <a:ext uri="{FF2B5EF4-FFF2-40B4-BE49-F238E27FC236}">
                  <a16:creationId xmlns:a16="http://schemas.microsoft.com/office/drawing/2014/main" id="{2BC8BE82-732A-EB48-8DC0-D671980E2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807" y="4921546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4" name="Freeform 62">
              <a:extLst>
                <a:ext uri="{FF2B5EF4-FFF2-40B4-BE49-F238E27FC236}">
                  <a16:creationId xmlns:a16="http://schemas.microsoft.com/office/drawing/2014/main" id="{2E93D106-2906-D840-B04D-BB4DA10EE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8040" y="6293274"/>
              <a:ext cx="1130598" cy="564727"/>
            </a:xfrm>
            <a:custGeom>
              <a:avLst/>
              <a:gdLst>
                <a:gd name="connsiteX0" fmla="*/ 565300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300 w 1130598"/>
                <a:gd name="connsiteY5" fmla="*/ 25186 h 564727"/>
                <a:gd name="connsiteX6" fmla="*/ 36306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3 w 1130598"/>
                <a:gd name="connsiteY9" fmla="*/ 451422 h 564727"/>
                <a:gd name="connsiteX10" fmla="*/ 565300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300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4" y="210276"/>
                    <a:pt x="826237" y="25186"/>
                    <a:pt x="565300" y="25186"/>
                  </a:cubicBezTo>
                  <a:cubicBezTo>
                    <a:pt x="304362" y="25186"/>
                    <a:pt x="86655" y="210276"/>
                    <a:pt x="36306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3" y="451422"/>
                  </a:lnTo>
                  <a:cubicBezTo>
                    <a:pt x="64141" y="193796"/>
                    <a:pt x="292089" y="0"/>
                    <a:pt x="565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5" name="Freeform 63">
              <a:extLst>
                <a:ext uri="{FF2B5EF4-FFF2-40B4-BE49-F238E27FC236}">
                  <a16:creationId xmlns:a16="http://schemas.microsoft.com/office/drawing/2014/main" id="{19132191-F01A-8B42-8423-A583B760B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71" y="6293274"/>
              <a:ext cx="1130598" cy="564727"/>
            </a:xfrm>
            <a:custGeom>
              <a:avLst/>
              <a:gdLst>
                <a:gd name="connsiteX0" fmla="*/ 565299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299 w 1130598"/>
                <a:gd name="connsiteY5" fmla="*/ 25186 h 564727"/>
                <a:gd name="connsiteX6" fmla="*/ 36305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2 w 1130598"/>
                <a:gd name="connsiteY9" fmla="*/ 451422 h 564727"/>
                <a:gd name="connsiteX10" fmla="*/ 565299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299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3" y="210276"/>
                    <a:pt x="826236" y="25186"/>
                    <a:pt x="565299" y="25186"/>
                  </a:cubicBezTo>
                  <a:cubicBezTo>
                    <a:pt x="304362" y="25186"/>
                    <a:pt x="86655" y="210276"/>
                    <a:pt x="36305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2" y="451422"/>
                  </a:lnTo>
                  <a:cubicBezTo>
                    <a:pt x="64140" y="193796"/>
                    <a:pt x="292088" y="0"/>
                    <a:pt x="565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6" name="Freeform 64">
              <a:extLst>
                <a:ext uri="{FF2B5EF4-FFF2-40B4-BE49-F238E27FC236}">
                  <a16:creationId xmlns:a16="http://schemas.microsoft.com/office/drawing/2014/main" id="{9310877A-9146-3E46-B915-B34AF09A1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0" y="6295916"/>
              <a:ext cx="535361" cy="562084"/>
            </a:xfrm>
            <a:custGeom>
              <a:avLst/>
              <a:gdLst>
                <a:gd name="connsiteX0" fmla="*/ 535361 w 535361"/>
                <a:gd name="connsiteY0" fmla="*/ 0 h 562084"/>
                <a:gd name="connsiteX1" fmla="*/ 535361 w 535361"/>
                <a:gd name="connsiteY1" fmla="*/ 25186 h 562084"/>
                <a:gd name="connsiteX2" fmla="*/ 469716 w 535361"/>
                <a:gd name="connsiteY2" fmla="*/ 30978 h 562084"/>
                <a:gd name="connsiteX3" fmla="*/ 36305 w 535361"/>
                <a:gd name="connsiteY3" fmla="*/ 453686 h 562084"/>
                <a:gd name="connsiteX4" fmla="*/ 25378 w 535361"/>
                <a:gd name="connsiteY4" fmla="*/ 562084 h 562084"/>
                <a:gd name="connsiteX5" fmla="*/ 0 w 535361"/>
                <a:gd name="connsiteY5" fmla="*/ 562084 h 562084"/>
                <a:gd name="connsiteX6" fmla="*/ 11422 w 535361"/>
                <a:gd name="connsiteY6" fmla="*/ 448780 h 562084"/>
                <a:gd name="connsiteX7" fmla="*/ 465220 w 535361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61" h="562084">
                  <a:moveTo>
                    <a:pt x="535361" y="0"/>
                  </a:moveTo>
                  <a:lnTo>
                    <a:pt x="535361" y="25186"/>
                  </a:lnTo>
                  <a:lnTo>
                    <a:pt x="469716" y="30978"/>
                  </a:lnTo>
                  <a:cubicBezTo>
                    <a:pt x="252550" y="69769"/>
                    <a:pt x="80361" y="238391"/>
                    <a:pt x="36305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2" y="448780"/>
                  </a:lnTo>
                  <a:cubicBezTo>
                    <a:pt x="57550" y="223357"/>
                    <a:pt x="237839" y="46805"/>
                    <a:pt x="465220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國立虎尾科技大學飛機工程系系辦">
            <a:extLst>
              <a:ext uri="{FF2B5EF4-FFF2-40B4-BE49-F238E27FC236}">
                <a16:creationId xmlns:a16="http://schemas.microsoft.com/office/drawing/2014/main" id="{31F979EC-A216-1AB8-CC14-1BAD3DD83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8" name="矩形 1087">
            <a:extLst>
              <a:ext uri="{FF2B5EF4-FFF2-40B4-BE49-F238E27FC236}">
                <a16:creationId xmlns:a16="http://schemas.microsoft.com/office/drawing/2014/main" id="{70BED5C6-8C67-26E6-C858-C1D97C6A97D1}"/>
              </a:ext>
            </a:extLst>
          </p:cNvPr>
          <p:cNvSpPr/>
          <p:nvPr/>
        </p:nvSpPr>
        <p:spPr>
          <a:xfrm>
            <a:off x="6052110" y="-4"/>
            <a:ext cx="4097730" cy="6858003"/>
          </a:xfrm>
          <a:prstGeom prst="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87" name="圖片 1086">
            <a:extLst>
              <a:ext uri="{FF2B5EF4-FFF2-40B4-BE49-F238E27FC236}">
                <a16:creationId xmlns:a16="http://schemas.microsoft.com/office/drawing/2014/main" id="{84EEF461-0643-B8C9-D4F5-AC9B7C4B7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016" y="1015093"/>
            <a:ext cx="6706629" cy="5154327"/>
          </a:xfrm>
          <a:prstGeom prst="rect">
            <a:avLst/>
          </a:prstGeom>
          <a:solidFill>
            <a:srgbClr val="0099FF">
              <a:alpha val="17000"/>
            </a:srgbClr>
          </a:solidFill>
        </p:spPr>
      </p:pic>
      <p:sp>
        <p:nvSpPr>
          <p:cNvPr id="1115" name="文字方塊 1114">
            <a:extLst>
              <a:ext uri="{FF2B5EF4-FFF2-40B4-BE49-F238E27FC236}">
                <a16:creationId xmlns:a16="http://schemas.microsoft.com/office/drawing/2014/main" id="{DD616661-951E-D780-0B52-876BD37410DC}"/>
              </a:ext>
            </a:extLst>
          </p:cNvPr>
          <p:cNvSpPr txBox="1"/>
          <p:nvPr/>
        </p:nvSpPr>
        <p:spPr>
          <a:xfrm>
            <a:off x="2125312" y="31495"/>
            <a:ext cx="3757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>
                <a:solidFill>
                  <a:srgbClr val="969BB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</a:p>
        </p:txBody>
      </p:sp>
      <p:grpSp>
        <p:nvGrpSpPr>
          <p:cNvPr id="1080" name="群組 1079">
            <a:extLst>
              <a:ext uri="{FF2B5EF4-FFF2-40B4-BE49-F238E27FC236}">
                <a16:creationId xmlns:a16="http://schemas.microsoft.com/office/drawing/2014/main" id="{9EEFD0DC-ADE2-E9BF-6E9F-F7363218B3E5}"/>
              </a:ext>
            </a:extLst>
          </p:cNvPr>
          <p:cNvGrpSpPr/>
          <p:nvPr/>
        </p:nvGrpSpPr>
        <p:grpSpPr>
          <a:xfrm>
            <a:off x="6066562" y="331229"/>
            <a:ext cx="5295728" cy="6282933"/>
            <a:chOff x="6066562" y="331229"/>
            <a:chExt cx="5295728" cy="6282933"/>
          </a:xfrm>
          <a:solidFill>
            <a:srgbClr val="969BB1"/>
          </a:solidFill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E1D3A661-7A98-813D-0C2C-EEA0742D1614}"/>
                </a:ext>
              </a:extLst>
            </p:cNvPr>
            <p:cNvGrpSpPr/>
            <p:nvPr/>
          </p:nvGrpSpPr>
          <p:grpSpPr>
            <a:xfrm>
              <a:off x="6066562" y="331229"/>
              <a:ext cx="3979805" cy="575321"/>
              <a:chOff x="426525" y="145821"/>
              <a:chExt cx="5971365" cy="361648"/>
            </a:xfrm>
            <a:grpFill/>
          </p:grpSpPr>
          <p:sp>
            <p:nvSpPr>
              <p:cNvPr id="28" name="矩形: 圓角 27">
                <a:extLst>
                  <a:ext uri="{FF2B5EF4-FFF2-40B4-BE49-F238E27FC236}">
                    <a16:creationId xmlns:a16="http://schemas.microsoft.com/office/drawing/2014/main" id="{5A2E5273-6596-352A-F60F-4128D9E34C1C}"/>
                  </a:ext>
                </a:extLst>
              </p:cNvPr>
              <p:cNvSpPr/>
              <p:nvPr/>
            </p:nvSpPr>
            <p:spPr>
              <a:xfrm>
                <a:off x="426526" y="145821"/>
                <a:ext cx="5971364" cy="35424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9" name="矩形: 圓角 4">
                <a:extLst>
                  <a:ext uri="{FF2B5EF4-FFF2-40B4-BE49-F238E27FC236}">
                    <a16:creationId xmlns:a16="http://schemas.microsoft.com/office/drawing/2014/main" id="{3E42B997-16C8-FC16-886E-0ED04B76B4BA}"/>
                  </a:ext>
                </a:extLst>
              </p:cNvPr>
              <p:cNvSpPr txBox="1"/>
              <p:nvPr/>
            </p:nvSpPr>
            <p:spPr>
              <a:xfrm>
                <a:off x="426525" y="186132"/>
                <a:ext cx="5936778" cy="321337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sz="2400" b="1" kern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整體飛機</a:t>
                </a:r>
                <a:r>
                  <a:rPr lang="en-US" sz="2400" b="1" kern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CAD</a:t>
                </a:r>
                <a:endParaRPr lang="zh-TW" altLang="en-US" sz="2400" b="1" kern="12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39A352D1-79AA-9BCE-681B-DF6EE7E427C3}"/>
                </a:ext>
              </a:extLst>
            </p:cNvPr>
            <p:cNvGrpSpPr/>
            <p:nvPr/>
          </p:nvGrpSpPr>
          <p:grpSpPr>
            <a:xfrm>
              <a:off x="7382485" y="1331422"/>
              <a:ext cx="3979805" cy="516575"/>
              <a:chOff x="402725" y="516665"/>
              <a:chExt cx="5971365" cy="324720"/>
            </a:xfrm>
            <a:grpFill/>
          </p:grpSpPr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7574AC76-F462-DC04-B151-AE4E04A9F29C}"/>
                  </a:ext>
                </a:extLst>
              </p:cNvPr>
              <p:cNvSpPr/>
              <p:nvPr/>
            </p:nvSpPr>
            <p:spPr>
              <a:xfrm>
                <a:off x="402725" y="516665"/>
                <a:ext cx="5971365" cy="32472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2" name="矩形: 圓角 4">
                <a:extLst>
                  <a:ext uri="{FF2B5EF4-FFF2-40B4-BE49-F238E27FC236}">
                    <a16:creationId xmlns:a16="http://schemas.microsoft.com/office/drawing/2014/main" id="{A37CAC84-DEC4-A97D-E2F2-7222B0C465A3}"/>
                  </a:ext>
                </a:extLst>
              </p:cNvPr>
              <p:cNvSpPr txBox="1"/>
              <p:nvPr/>
            </p:nvSpPr>
            <p:spPr>
              <a:xfrm>
                <a:off x="418577" y="532517"/>
                <a:ext cx="5939660" cy="293016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sz="2400" b="1" kern="12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機翼分解圖</a:t>
                </a:r>
                <a:endParaRPr lang="zh-TW" altLang="en-US" sz="2400" b="1" kern="12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87CA7589-0C7F-7ED0-2673-C27228CF6964}"/>
                </a:ext>
              </a:extLst>
            </p:cNvPr>
            <p:cNvGrpSpPr/>
            <p:nvPr/>
          </p:nvGrpSpPr>
          <p:grpSpPr>
            <a:xfrm>
              <a:off x="6066562" y="2284655"/>
              <a:ext cx="4504237" cy="516575"/>
              <a:chOff x="426526" y="1549281"/>
              <a:chExt cx="6758232" cy="324720"/>
            </a:xfrm>
            <a:grpFill/>
          </p:grpSpPr>
          <p:sp>
            <p:nvSpPr>
              <p:cNvPr id="34" name="矩形: 圓角 33">
                <a:extLst>
                  <a:ext uri="{FF2B5EF4-FFF2-40B4-BE49-F238E27FC236}">
                    <a16:creationId xmlns:a16="http://schemas.microsoft.com/office/drawing/2014/main" id="{463328FF-C16D-5627-3F77-16BCE4A2BB9A}"/>
                  </a:ext>
                </a:extLst>
              </p:cNvPr>
              <p:cNvSpPr/>
              <p:nvPr/>
            </p:nvSpPr>
            <p:spPr>
              <a:xfrm>
                <a:off x="426526" y="1549281"/>
                <a:ext cx="5971364" cy="32472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5" name="矩形: 圓角 4">
                <a:extLst>
                  <a:ext uri="{FF2B5EF4-FFF2-40B4-BE49-F238E27FC236}">
                    <a16:creationId xmlns:a16="http://schemas.microsoft.com/office/drawing/2014/main" id="{1B19DE97-1C4A-F6C5-CDC3-2D725FE8A540}"/>
                  </a:ext>
                </a:extLst>
              </p:cNvPr>
              <p:cNvSpPr txBox="1"/>
              <p:nvPr/>
            </p:nvSpPr>
            <p:spPr>
              <a:xfrm>
                <a:off x="442378" y="1565133"/>
                <a:ext cx="6742380" cy="293016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sz="2400" b="1" kern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起落架介紹以及相關設計參數</a:t>
                </a:r>
                <a:endParaRPr lang="zh-TW" altLang="en-US" sz="2400" b="1" kern="12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A44A124E-D8A5-5916-087E-E58C41FD4BF0}"/>
                </a:ext>
              </a:extLst>
            </p:cNvPr>
            <p:cNvGrpSpPr/>
            <p:nvPr/>
          </p:nvGrpSpPr>
          <p:grpSpPr>
            <a:xfrm>
              <a:off x="7382485" y="3237887"/>
              <a:ext cx="3979804" cy="516575"/>
              <a:chOff x="426526" y="1549281"/>
              <a:chExt cx="5971364" cy="324720"/>
            </a:xfrm>
            <a:grpFill/>
          </p:grpSpPr>
          <p:sp>
            <p:nvSpPr>
              <p:cNvPr id="37" name="矩形: 圓角 36">
                <a:extLst>
                  <a:ext uri="{FF2B5EF4-FFF2-40B4-BE49-F238E27FC236}">
                    <a16:creationId xmlns:a16="http://schemas.microsoft.com/office/drawing/2014/main" id="{33118764-ED52-03A8-7401-35592C68B7C3}"/>
                  </a:ext>
                </a:extLst>
              </p:cNvPr>
              <p:cNvSpPr/>
              <p:nvPr/>
            </p:nvSpPr>
            <p:spPr>
              <a:xfrm>
                <a:off x="426526" y="1549281"/>
                <a:ext cx="5971364" cy="32472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8" name="矩形: 圓角 4">
                <a:extLst>
                  <a:ext uri="{FF2B5EF4-FFF2-40B4-BE49-F238E27FC236}">
                    <a16:creationId xmlns:a16="http://schemas.microsoft.com/office/drawing/2014/main" id="{8C25441D-41CA-61D7-C792-4C0B34B687D1}"/>
                  </a:ext>
                </a:extLst>
              </p:cNvPr>
              <p:cNvSpPr txBox="1"/>
              <p:nvPr/>
            </p:nvSpPr>
            <p:spPr>
              <a:xfrm>
                <a:off x="442378" y="1565133"/>
                <a:ext cx="5939660" cy="293016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altLang="en-US" sz="2400" b="1" kern="12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優化流程圖</a:t>
                </a: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6539288F-1813-4C60-38BC-8CCE6348BE00}"/>
                </a:ext>
              </a:extLst>
            </p:cNvPr>
            <p:cNvGrpSpPr/>
            <p:nvPr/>
          </p:nvGrpSpPr>
          <p:grpSpPr>
            <a:xfrm>
              <a:off x="6077128" y="4191120"/>
              <a:ext cx="3979804" cy="516575"/>
              <a:chOff x="426526" y="1549281"/>
              <a:chExt cx="5971364" cy="324720"/>
            </a:xfrm>
            <a:grpFill/>
          </p:grpSpPr>
          <p:sp>
            <p:nvSpPr>
              <p:cNvPr id="40" name="矩形: 圓角 39">
                <a:extLst>
                  <a:ext uri="{FF2B5EF4-FFF2-40B4-BE49-F238E27FC236}">
                    <a16:creationId xmlns:a16="http://schemas.microsoft.com/office/drawing/2014/main" id="{2EA0C539-E46A-F643-3B85-154B070AB0C6}"/>
                  </a:ext>
                </a:extLst>
              </p:cNvPr>
              <p:cNvSpPr/>
              <p:nvPr/>
            </p:nvSpPr>
            <p:spPr>
              <a:xfrm>
                <a:off x="426526" y="1549281"/>
                <a:ext cx="5971364" cy="32472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1" name="矩形: 圓角 4">
                <a:extLst>
                  <a:ext uri="{FF2B5EF4-FFF2-40B4-BE49-F238E27FC236}">
                    <a16:creationId xmlns:a16="http://schemas.microsoft.com/office/drawing/2014/main" id="{43CF6A40-E126-69F9-5A28-4D7936F1D5CF}"/>
                  </a:ext>
                </a:extLst>
              </p:cNvPr>
              <p:cNvSpPr txBox="1"/>
              <p:nvPr/>
            </p:nvSpPr>
            <p:spPr>
              <a:xfrm>
                <a:off x="426526" y="1565133"/>
                <a:ext cx="5939660" cy="293016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altLang="en-US" sz="2400" b="1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最佳化設計</a:t>
                </a:r>
                <a:endParaRPr lang="zh-TW" altLang="en-US" sz="2400" b="1" kern="12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33E58D29-6A2D-9E32-9636-2419977B7453}"/>
                </a:ext>
              </a:extLst>
            </p:cNvPr>
            <p:cNvGrpSpPr/>
            <p:nvPr/>
          </p:nvGrpSpPr>
          <p:grpSpPr>
            <a:xfrm>
              <a:off x="6077128" y="6097587"/>
              <a:ext cx="3979804" cy="516575"/>
              <a:chOff x="426526" y="1549281"/>
              <a:chExt cx="5971364" cy="324720"/>
            </a:xfrm>
            <a:grpFill/>
          </p:grpSpPr>
          <p:sp>
            <p:nvSpPr>
              <p:cNvPr id="43" name="矩形: 圓角 42">
                <a:extLst>
                  <a:ext uri="{FF2B5EF4-FFF2-40B4-BE49-F238E27FC236}">
                    <a16:creationId xmlns:a16="http://schemas.microsoft.com/office/drawing/2014/main" id="{7AE7A4AE-3D6A-9534-DEA3-05BFB3974210}"/>
                  </a:ext>
                </a:extLst>
              </p:cNvPr>
              <p:cNvSpPr/>
              <p:nvPr/>
            </p:nvSpPr>
            <p:spPr>
              <a:xfrm>
                <a:off x="426526" y="1549281"/>
                <a:ext cx="5971364" cy="32472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4" name="矩形: 圓角 4">
                <a:extLst>
                  <a:ext uri="{FF2B5EF4-FFF2-40B4-BE49-F238E27FC236}">
                    <a16:creationId xmlns:a16="http://schemas.microsoft.com/office/drawing/2014/main" id="{18B75227-9CD9-7E1F-BD3C-056587D36E76}"/>
                  </a:ext>
                </a:extLst>
              </p:cNvPr>
              <p:cNvSpPr txBox="1"/>
              <p:nvPr/>
            </p:nvSpPr>
            <p:spPr>
              <a:xfrm>
                <a:off x="426526" y="1565133"/>
                <a:ext cx="5939660" cy="293016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altLang="en-US" sz="2400" b="1" kern="12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完成設計</a:t>
                </a:r>
              </a:p>
            </p:txBody>
          </p:sp>
        </p:grp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278528A6-3BC1-3643-511F-CAF058320AD9}"/>
                </a:ext>
              </a:extLst>
            </p:cNvPr>
            <p:cNvGrpSpPr/>
            <p:nvPr/>
          </p:nvGrpSpPr>
          <p:grpSpPr>
            <a:xfrm>
              <a:off x="7382485" y="5144360"/>
              <a:ext cx="3979804" cy="516575"/>
              <a:chOff x="426526" y="1549281"/>
              <a:chExt cx="5971364" cy="324720"/>
            </a:xfrm>
            <a:grpFill/>
          </p:grpSpPr>
          <p:sp>
            <p:nvSpPr>
              <p:cNvPr id="46" name="矩形: 圓角 45">
                <a:extLst>
                  <a:ext uri="{FF2B5EF4-FFF2-40B4-BE49-F238E27FC236}">
                    <a16:creationId xmlns:a16="http://schemas.microsoft.com/office/drawing/2014/main" id="{CC470BB0-A926-000F-3896-50E3468B40A9}"/>
                  </a:ext>
                </a:extLst>
              </p:cNvPr>
              <p:cNvSpPr/>
              <p:nvPr/>
            </p:nvSpPr>
            <p:spPr>
              <a:xfrm>
                <a:off x="426526" y="1549281"/>
                <a:ext cx="5971364" cy="324720"/>
              </a:xfrm>
              <a:prstGeom prst="round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7" name="矩形: 圓角 4">
                <a:extLst>
                  <a:ext uri="{FF2B5EF4-FFF2-40B4-BE49-F238E27FC236}">
                    <a16:creationId xmlns:a16="http://schemas.microsoft.com/office/drawing/2014/main" id="{CF348FEF-3CD6-AED8-D40D-FB8457E47C5A}"/>
                  </a:ext>
                </a:extLst>
              </p:cNvPr>
              <p:cNvSpPr txBox="1"/>
              <p:nvPr/>
            </p:nvSpPr>
            <p:spPr>
              <a:xfrm>
                <a:off x="426526" y="1565133"/>
                <a:ext cx="5939660" cy="293016"/>
              </a:xfrm>
              <a:prstGeom prst="rect">
                <a:avLst/>
              </a:prstGeom>
              <a:grpFill/>
              <a:ln>
                <a:solidFill>
                  <a:srgbClr val="00224B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5703" tIns="0" rIns="225703" bIns="0" numCol="1" spcCol="1270" anchor="ctr" anchorCtr="0">
                <a:noAutofit/>
              </a:bodyPr>
              <a:lstStyle/>
              <a:p>
                <a:pPr marL="0" lvl="0" indent="0" algn="l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Pts val="1800"/>
                  <a:buFont typeface="Arial" panose="020B0604020202020204" pitchFamily="34" charset="0"/>
                  <a:buNone/>
                </a:pPr>
                <a:r>
                  <a:rPr lang="zh-TW" altLang="en-US" sz="2400" b="1" kern="12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優化數據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7072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6C152FB-FDF5-6ED4-F01E-9A53DB42D671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8EF9B275-08E2-9996-0A0B-AD8982FDA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13767B8-2E13-0A05-1199-8FB055A82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098" y="5737971"/>
            <a:ext cx="1499152" cy="1152162"/>
          </a:xfrm>
          <a:prstGeom prst="rect">
            <a:avLst/>
          </a:prstGeom>
        </p:spPr>
      </p:pic>
      <p:sp>
        <p:nvSpPr>
          <p:cNvPr id="13" name="動作按鈕: 空白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78605AB-BB2E-C501-E5C0-C603A9E677E2}"/>
              </a:ext>
            </a:extLst>
          </p:cNvPr>
          <p:cNvSpPr/>
          <p:nvPr/>
        </p:nvSpPr>
        <p:spPr>
          <a:xfrm>
            <a:off x="0" y="5801360"/>
            <a:ext cx="1374845" cy="10566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91B3FD1-E82B-7A25-1F56-059101D8E0EE}"/>
              </a:ext>
            </a:extLst>
          </p:cNvPr>
          <p:cNvSpPr txBox="1"/>
          <p:nvPr/>
        </p:nvSpPr>
        <p:spPr>
          <a:xfrm>
            <a:off x="2125312" y="31495"/>
            <a:ext cx="3757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整機</a:t>
            </a:r>
            <a:r>
              <a:rPr lang="en-US" altLang="zh-TW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CAD</a:t>
            </a:r>
            <a:endParaRPr lang="zh-TW" altLang="en-US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642E413-375A-DC80-541A-43C7737BD898}"/>
              </a:ext>
            </a:extLst>
          </p:cNvPr>
          <p:cNvGrpSpPr/>
          <p:nvPr/>
        </p:nvGrpSpPr>
        <p:grpSpPr>
          <a:xfrm>
            <a:off x="1120877" y="1110875"/>
            <a:ext cx="8892751" cy="4873405"/>
            <a:chOff x="801985" y="1735575"/>
            <a:chExt cx="7729014" cy="369245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3817DC63-D3C1-EECE-9A8C-BC468F71CB87}"/>
                </a:ext>
              </a:extLst>
            </p:cNvPr>
            <p:cNvGrpSpPr/>
            <p:nvPr/>
          </p:nvGrpSpPr>
          <p:grpSpPr>
            <a:xfrm>
              <a:off x="801985" y="1735575"/>
              <a:ext cx="7729014" cy="3692457"/>
              <a:chOff x="860978" y="2045514"/>
              <a:chExt cx="7729014" cy="3692457"/>
            </a:xfrm>
          </p:grpSpPr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A8F57F8B-2756-109A-E625-22F325CB8D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0978" y="2045514"/>
                <a:ext cx="7729014" cy="36924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橢圓 3">
                <a:extLst>
                  <a:ext uri="{FF2B5EF4-FFF2-40B4-BE49-F238E27FC236}">
                    <a16:creationId xmlns:a16="http://schemas.microsoft.com/office/drawing/2014/main" id="{46D59E17-3A85-F24E-FF18-AF9DE417FFCD}"/>
                  </a:ext>
                </a:extLst>
              </p:cNvPr>
              <p:cNvSpPr/>
              <p:nvPr/>
            </p:nvSpPr>
            <p:spPr bwMode="auto">
              <a:xfrm>
                <a:off x="3967398" y="4701555"/>
                <a:ext cx="246580" cy="32177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tabLst/>
                </a:pPr>
                <a:r>
                  <a:rPr kumimoji="0" lang="en-US" altLang="zh-TW" sz="2000" b="0" i="0" u="none" strike="noStrike" cap="none" normalizeH="0" baseline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4F3179A7-F670-8778-3756-F16CA2895B05}"/>
                  </a:ext>
                </a:extLst>
              </p:cNvPr>
              <p:cNvSpPr/>
              <p:nvPr/>
            </p:nvSpPr>
            <p:spPr bwMode="auto">
              <a:xfrm>
                <a:off x="4884898" y="3579960"/>
                <a:ext cx="246580" cy="32177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tabLst/>
                </a:pPr>
                <a:r>
                  <a:rPr kumimoji="0" lang="en-US" altLang="zh-TW" sz="2000" b="0" i="0" u="none" strike="noStrike" cap="none" normalizeH="0" baseline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CC37E1E5-54B5-8432-E5A4-7D1A9EE49E00}"/>
                  </a:ext>
                </a:extLst>
              </p:cNvPr>
              <p:cNvSpPr/>
              <p:nvPr/>
            </p:nvSpPr>
            <p:spPr bwMode="auto">
              <a:xfrm>
                <a:off x="7114715" y="4237506"/>
                <a:ext cx="246580" cy="32177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tabLst/>
                </a:pPr>
                <a:r>
                  <a:rPr kumimoji="0" lang="en-US" altLang="zh-TW" sz="2000" b="0" i="0" u="none" strike="noStrike" cap="none" normalizeH="0" baseline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5A57E44B-B4FF-7816-54F6-49D45BA52A33}"/>
                  </a:ext>
                </a:extLst>
              </p:cNvPr>
              <p:cNvSpPr/>
              <p:nvPr/>
            </p:nvSpPr>
            <p:spPr bwMode="auto">
              <a:xfrm>
                <a:off x="2588948" y="2935331"/>
                <a:ext cx="246580" cy="32177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tabLst/>
                </a:pPr>
                <a:r>
                  <a:rPr kumimoji="0" lang="en-US" altLang="zh-TW" sz="2000" b="0" i="0" u="none" strike="noStrike" cap="none" normalizeH="0" baseline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B551571-565E-F373-1F1C-40142AC61CF1}"/>
                </a:ext>
              </a:extLst>
            </p:cNvPr>
            <p:cNvSpPr/>
            <p:nvPr/>
          </p:nvSpPr>
          <p:spPr bwMode="auto">
            <a:xfrm>
              <a:off x="5560349" y="2507957"/>
              <a:ext cx="246580" cy="32177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r>
                <a:rPr kumimoji="0" lang="en-US" altLang="zh-TW" sz="2000" b="0" i="0" u="none" strike="noStrike" cap="none" normalizeH="0" baseline="0">
                  <a:ln>
                    <a:noFill/>
                  </a:ln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24" name="文字方塊 17">
            <a:extLst>
              <a:ext uri="{FF2B5EF4-FFF2-40B4-BE49-F238E27FC236}">
                <a16:creationId xmlns:a16="http://schemas.microsoft.com/office/drawing/2014/main" id="{BC380151-E792-D2BF-E450-FAC473F6C73D}"/>
              </a:ext>
            </a:extLst>
          </p:cNvPr>
          <p:cNvSpPr txBox="1"/>
          <p:nvPr/>
        </p:nvSpPr>
        <p:spPr>
          <a:xfrm>
            <a:off x="8992956" y="1824865"/>
            <a:ext cx="34672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組裝部分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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機身</a:t>
            </a:r>
            <a:endParaRPr kumimoji="0" lang="en-US" altLang="zh-TW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中機翼與左右機身</a:t>
            </a:r>
            <a:endParaRPr kumimoji="0" lang="en-US" altLang="zh-TW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左機翼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右機翼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水平與垂直尾翼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82306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78D5-2DC8-CC39-D0A9-065C55C2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0A3DBC-AA4D-820A-8A91-0A44908BC03E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4782A4F7-BD31-7345-7C93-682731C42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7CA8394-BE59-360B-5408-2CDA7D101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098" y="5737971"/>
            <a:ext cx="1499152" cy="1152162"/>
          </a:xfrm>
          <a:prstGeom prst="rect">
            <a:avLst/>
          </a:prstGeom>
        </p:spPr>
      </p:pic>
      <p:sp>
        <p:nvSpPr>
          <p:cNvPr id="13" name="動作按鈕: 空白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A2940F6-44EA-D2B3-4B21-8173F72B6359}"/>
              </a:ext>
            </a:extLst>
          </p:cNvPr>
          <p:cNvSpPr/>
          <p:nvPr/>
        </p:nvSpPr>
        <p:spPr>
          <a:xfrm>
            <a:off x="0" y="5801360"/>
            <a:ext cx="1374845" cy="10566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272DD7B-F049-F7E6-C5D0-33A9D67846F9}"/>
              </a:ext>
            </a:extLst>
          </p:cNvPr>
          <p:cNvSpPr txBox="1"/>
          <p:nvPr/>
        </p:nvSpPr>
        <p:spPr>
          <a:xfrm>
            <a:off x="2125312" y="31495"/>
            <a:ext cx="3757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機翼分解圖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160B7D0-726B-DB70-7BA2-80F054453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83" y="1365584"/>
            <a:ext cx="10768712" cy="4062448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3206E14-19E5-6F42-80D3-780E2FC2EA2C}"/>
              </a:ext>
            </a:extLst>
          </p:cNvPr>
          <p:cNvSpPr/>
          <p:nvPr/>
        </p:nvSpPr>
        <p:spPr bwMode="auto">
          <a:xfrm>
            <a:off x="5323903" y="3504480"/>
            <a:ext cx="283707" cy="42468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TW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AAC4088D-E992-290F-C2CD-A908287DE0BD}"/>
              </a:ext>
            </a:extLst>
          </p:cNvPr>
          <p:cNvSpPr/>
          <p:nvPr/>
        </p:nvSpPr>
        <p:spPr bwMode="auto">
          <a:xfrm>
            <a:off x="2570543" y="2447840"/>
            <a:ext cx="283707" cy="42468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TW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0AD5FF8-E96B-9F62-111D-C9C56B3C2472}"/>
              </a:ext>
            </a:extLst>
          </p:cNvPr>
          <p:cNvSpPr/>
          <p:nvPr/>
        </p:nvSpPr>
        <p:spPr bwMode="auto">
          <a:xfrm>
            <a:off x="6918769" y="2447840"/>
            <a:ext cx="283707" cy="42468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altLang="zh-TW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59B85E0-EC10-26D3-39B0-45D739984E96}"/>
              </a:ext>
            </a:extLst>
          </p:cNvPr>
          <p:cNvSpPr/>
          <p:nvPr/>
        </p:nvSpPr>
        <p:spPr bwMode="auto">
          <a:xfrm>
            <a:off x="9093263" y="4965297"/>
            <a:ext cx="283707" cy="42468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altLang="zh-TW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7">
            <a:extLst>
              <a:ext uri="{FF2B5EF4-FFF2-40B4-BE49-F238E27FC236}">
                <a16:creationId xmlns:a16="http://schemas.microsoft.com/office/drawing/2014/main" id="{B37EDD22-D801-07A0-82DF-94C76DA8689A}"/>
              </a:ext>
            </a:extLst>
          </p:cNvPr>
          <p:cNvSpPr txBox="1"/>
          <p:nvPr/>
        </p:nvSpPr>
        <p:spPr>
          <a:xfrm>
            <a:off x="8419959" y="1690687"/>
            <a:ext cx="34672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組裝部分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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副翼</a:t>
            </a:r>
            <a:endParaRPr kumimoji="0" lang="en-US" altLang="zh-TW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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大樑、副樑、轉軸</a:t>
            </a:r>
            <a:endParaRPr kumimoji="0" lang="en-US" altLang="zh-TW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翼肋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 2" panose="05020102010507070707" pitchFamily="18" charset="2"/>
              </a:rPr>
              <a:t>左機翼蒙皮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7505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7A94-17F6-2FC9-17D1-C53AB863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5D0ED78-F140-60F1-3983-9212F75BDD02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11FD68E7-8E5F-C21B-21AA-9D0DE1086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99A0C31-035F-8FB9-BB1B-70CF66EB9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57165" y="820547"/>
            <a:ext cx="1499152" cy="115216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373DEF4-986C-FA96-1734-ECC824790519}"/>
              </a:ext>
            </a:extLst>
          </p:cNvPr>
          <p:cNvSpPr txBox="1"/>
          <p:nvPr/>
        </p:nvSpPr>
        <p:spPr>
          <a:xfrm>
            <a:off x="2125312" y="31495"/>
            <a:ext cx="7628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起落架相關設計參數</a:t>
            </a:r>
          </a:p>
        </p:txBody>
      </p:sp>
      <p:pic>
        <p:nvPicPr>
          <p:cNvPr id="20" name="圖片 19" descr="一張含有 寫生, 設計 的圖片&#10;&#10;AI 產生的內容可能不正確。">
            <a:extLst>
              <a:ext uri="{FF2B5EF4-FFF2-40B4-BE49-F238E27FC236}">
                <a16:creationId xmlns:a16="http://schemas.microsoft.com/office/drawing/2014/main" id="{3217D3E1-9E46-0CC3-9E27-C15012BFA5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791" y="4139548"/>
            <a:ext cx="4399112" cy="269635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AED040A-7EEE-A1EB-2C4E-7D59D723193D}"/>
              </a:ext>
            </a:extLst>
          </p:cNvPr>
          <p:cNvSpPr txBox="1"/>
          <p:nvPr/>
        </p:nvSpPr>
        <p:spPr>
          <a:xfrm>
            <a:off x="1087983" y="980233"/>
            <a:ext cx="9269182" cy="4099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材料種類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：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根據初始設計的重量、環境、價錢、強度選擇合適的材料。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➤ 例：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 AL7075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AL6061-T1</a:t>
            </a:r>
          </a:p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厚度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T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）：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起落架的厚度要根據它承受的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力量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來決定，目標是達到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重量輕又安全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的最佳平衡。</a:t>
            </a:r>
          </a:p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折彎曲率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R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）：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根據模型厚度，取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倍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作為折彎曲率的半徑，已符合製造工法。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高度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h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）：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按照定翼機後推引擎的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螺旋槳最低處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設計起落架高度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。</a:t>
            </a:r>
            <a:endPara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跨度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Span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）：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起落架兩邊的距離。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寬度（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W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）：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起落架的厚度要根據它承受的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力量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來決定，目標是達到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重量輕又安全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的最佳平衡。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4458D6C-C6E7-1C0A-EBB6-1F2A311F8420}"/>
              </a:ext>
            </a:extLst>
          </p:cNvPr>
          <p:cNvGrpSpPr/>
          <p:nvPr/>
        </p:nvGrpSpPr>
        <p:grpSpPr>
          <a:xfrm>
            <a:off x="1858351" y="4432399"/>
            <a:ext cx="2767094" cy="2394106"/>
            <a:chOff x="1554713" y="4790717"/>
            <a:chExt cx="3063368" cy="2786486"/>
          </a:xfrm>
        </p:grpSpPr>
        <p:pic>
          <p:nvPicPr>
            <p:cNvPr id="9" name="圖片 8" descr="一張含有 設計, 設備 的圖片&#10;&#10;AI 產生的內容可能不正確。">
              <a:extLst>
                <a:ext uri="{FF2B5EF4-FFF2-40B4-BE49-F238E27FC236}">
                  <a16:creationId xmlns:a16="http://schemas.microsoft.com/office/drawing/2014/main" id="{05DB885E-E09E-6704-496D-BCB55B1E3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693154" y="4652276"/>
              <a:ext cx="2786486" cy="3063368"/>
            </a:xfrm>
            <a:prstGeom prst="rect">
              <a:avLst/>
            </a:prstGeom>
          </p:spPr>
        </p:pic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F53909C4-30D8-F13A-DB4C-71AA8A9E1A53}"/>
                </a:ext>
              </a:extLst>
            </p:cNvPr>
            <p:cNvCxnSpPr/>
            <p:nvPr/>
          </p:nvCxnSpPr>
          <p:spPr>
            <a:xfrm>
              <a:off x="4168877" y="5801360"/>
              <a:ext cx="0" cy="6191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CAFD479E-88E2-D1EA-7913-0A180A06A7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5806" y="5802209"/>
              <a:ext cx="22122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AAA4AD39-DE53-1FE3-5C5E-9B9C4F886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8431" y="6420465"/>
              <a:ext cx="22122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83C4FA39-513A-45C5-1740-E8E36216D97F}"/>
                </a:ext>
              </a:extLst>
            </p:cNvPr>
            <p:cNvSpPr txBox="1"/>
            <p:nvPr/>
          </p:nvSpPr>
          <p:spPr>
            <a:xfrm>
              <a:off x="4159044" y="5961256"/>
              <a:ext cx="403123" cy="368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TW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140E15F-9984-3C55-3667-93D640DE6B34}"/>
              </a:ext>
            </a:extLst>
          </p:cNvPr>
          <p:cNvSpPr txBox="1"/>
          <p:nvPr/>
        </p:nvSpPr>
        <p:spPr>
          <a:xfrm>
            <a:off x="6728722" y="5895822"/>
            <a:ext cx="74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99F69079-269D-740F-A33C-8B6D48787752}"/>
              </a:ext>
            </a:extLst>
          </p:cNvPr>
          <p:cNvGrpSpPr/>
          <p:nvPr/>
        </p:nvGrpSpPr>
        <p:grpSpPr>
          <a:xfrm>
            <a:off x="5302260" y="6208207"/>
            <a:ext cx="3332849" cy="424515"/>
            <a:chOff x="5300368" y="6304798"/>
            <a:chExt cx="3414982" cy="240588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87618564-F14A-3ACA-8690-BA4F3C6A11F9}"/>
                </a:ext>
              </a:extLst>
            </p:cNvPr>
            <p:cNvCxnSpPr>
              <a:cxnSpLocks/>
            </p:cNvCxnSpPr>
            <p:nvPr/>
          </p:nvCxnSpPr>
          <p:spPr>
            <a:xfrm>
              <a:off x="5300368" y="6429719"/>
              <a:ext cx="33947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2F0443-A816-773B-8CF8-88B17FFB7287}"/>
                </a:ext>
              </a:extLst>
            </p:cNvPr>
            <p:cNvCxnSpPr>
              <a:cxnSpLocks/>
            </p:cNvCxnSpPr>
            <p:nvPr/>
          </p:nvCxnSpPr>
          <p:spPr>
            <a:xfrm>
              <a:off x="5320640" y="6314052"/>
              <a:ext cx="0" cy="23133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CB456773-5B1B-1233-E128-4EB557D4C62A}"/>
                </a:ext>
              </a:extLst>
            </p:cNvPr>
            <p:cNvCxnSpPr>
              <a:cxnSpLocks/>
            </p:cNvCxnSpPr>
            <p:nvPr/>
          </p:nvCxnSpPr>
          <p:spPr>
            <a:xfrm>
              <a:off x="8715350" y="6304798"/>
              <a:ext cx="0" cy="23133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4DB27D74-FEFD-176E-969F-C688B23AA0DA}"/>
              </a:ext>
            </a:extLst>
          </p:cNvPr>
          <p:cNvGrpSpPr/>
          <p:nvPr/>
        </p:nvGrpSpPr>
        <p:grpSpPr>
          <a:xfrm>
            <a:off x="8723838" y="4790715"/>
            <a:ext cx="659241" cy="1429600"/>
            <a:chOff x="4200831" y="5953760"/>
            <a:chExt cx="659241" cy="619105"/>
          </a:xfrm>
        </p:grpSpPr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3EED66EE-D1F9-8C1B-E655-A296AF7128D4}"/>
                </a:ext>
              </a:extLst>
            </p:cNvPr>
            <p:cNvCxnSpPr/>
            <p:nvPr/>
          </p:nvCxnSpPr>
          <p:spPr>
            <a:xfrm>
              <a:off x="4321277" y="5953760"/>
              <a:ext cx="0" cy="6191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EACA051A-633E-A216-B222-18FDFC6FF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8206" y="5954609"/>
              <a:ext cx="22122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D9494B45-8EE6-AEC3-301B-712C41D1C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0831" y="6572865"/>
              <a:ext cx="22122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BC069751-E758-D079-3C39-2DDF8CB9D9AD}"/>
                </a:ext>
              </a:extLst>
            </p:cNvPr>
            <p:cNvSpPr txBox="1"/>
            <p:nvPr/>
          </p:nvSpPr>
          <p:spPr>
            <a:xfrm>
              <a:off x="4456949" y="6181687"/>
              <a:ext cx="403123" cy="15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1AB1A6B6-1839-C3DC-52D7-A5BE481CAFF3}"/>
              </a:ext>
            </a:extLst>
          </p:cNvPr>
          <p:cNvCxnSpPr>
            <a:cxnSpLocks/>
          </p:cNvCxnSpPr>
          <p:nvPr/>
        </p:nvCxnSpPr>
        <p:spPr>
          <a:xfrm flipH="1" flipV="1">
            <a:off x="6452585" y="4801081"/>
            <a:ext cx="206791" cy="3633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49834943-AAD6-7F6C-CF40-4E1F3FA0311A}"/>
              </a:ext>
            </a:extLst>
          </p:cNvPr>
          <p:cNvSpPr txBox="1"/>
          <p:nvPr/>
        </p:nvSpPr>
        <p:spPr>
          <a:xfrm>
            <a:off x="6624681" y="5195293"/>
            <a:ext cx="2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0702">
            <a:hlinkClick r:id="" action="ppaction://media"/>
            <a:extLst>
              <a:ext uri="{FF2B5EF4-FFF2-40B4-BE49-F238E27FC236}">
                <a16:creationId xmlns:a16="http://schemas.microsoft.com/office/drawing/2014/main" id="{27808191-6E47-F19C-E46D-EDCC27A905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24062" r="28823" b="14876"/>
          <a:stretch>
            <a:fillRect/>
          </a:stretch>
        </p:blipFill>
        <p:spPr>
          <a:xfrm>
            <a:off x="9945839" y="4790715"/>
            <a:ext cx="2088426" cy="16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2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F7AF-158E-7653-846D-F0587EBA7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3D8F64B-B4C9-8AFA-940D-D202968E47B8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C7279DAB-F131-BABE-D985-5717122BD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0CCE1EA-1CD7-BBF5-EAB3-5EFDE6437E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098" y="5737971"/>
            <a:ext cx="1499152" cy="1152162"/>
          </a:xfrm>
          <a:prstGeom prst="rect">
            <a:avLst/>
          </a:prstGeom>
        </p:spPr>
      </p:pic>
      <p:sp>
        <p:nvSpPr>
          <p:cNvPr id="13" name="動作按鈕: 空白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EC1147A-5036-8602-4A2C-B6B041F9A26A}"/>
              </a:ext>
            </a:extLst>
          </p:cNvPr>
          <p:cNvSpPr/>
          <p:nvPr/>
        </p:nvSpPr>
        <p:spPr>
          <a:xfrm>
            <a:off x="0" y="5801360"/>
            <a:ext cx="1374845" cy="10566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610D140-72E1-5279-F138-ED09B1B3B67F}"/>
              </a:ext>
            </a:extLst>
          </p:cNvPr>
          <p:cNvSpPr txBox="1"/>
          <p:nvPr/>
        </p:nvSpPr>
        <p:spPr>
          <a:xfrm>
            <a:off x="2125311" y="31495"/>
            <a:ext cx="61967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起落架設計優化流程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56F2EB1-BE01-4F44-9745-CCA61368BE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012" y="896699"/>
            <a:ext cx="10899681" cy="529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0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CFB7-DC32-2DF8-A230-3FF8E8A5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5B1EA55-7C6D-AD90-E0E3-CA3A7EC58E0A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A2459B2E-1557-7A34-1CC3-6C72ADE5F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6DBE26A-87FF-5E91-CED0-4352FC7E2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1853" y="945293"/>
            <a:ext cx="1499152" cy="115216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A8E03A2-FDF2-E384-3538-74C71288C394}"/>
              </a:ext>
            </a:extLst>
          </p:cNvPr>
          <p:cNvSpPr txBox="1"/>
          <p:nvPr/>
        </p:nvSpPr>
        <p:spPr>
          <a:xfrm>
            <a:off x="2125312" y="31495"/>
            <a:ext cx="51282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最佳化設計條件</a:t>
            </a: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7B17B275-D496-447C-9B9F-8D4BD511ADB4}"/>
              </a:ext>
            </a:extLst>
          </p:cNvPr>
          <p:cNvSpPr/>
          <p:nvPr/>
        </p:nvSpPr>
        <p:spPr>
          <a:xfrm>
            <a:off x="1227263" y="945293"/>
            <a:ext cx="9112944" cy="5576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設定邊界條件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(BC):</a:t>
            </a:r>
          </a:p>
          <a:p>
            <a:pPr marL="745200" lvl="1"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Weight: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飛機重量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60Kg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，故單邊取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30Kg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745200" lvl="1"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G: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落地衝擊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G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力取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2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倍。</a:t>
            </a:r>
            <a:endParaRPr lang="en-US" altLang="zh-TW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745200" lvl="1">
              <a:lnSpc>
                <a:spcPct val="15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故受力條件取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60Kg≈600N</a:t>
            </a:r>
          </a:p>
          <a:p>
            <a:pPr indent="-457200"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設計優化目標與條件：</a:t>
            </a:r>
            <a:endParaRPr lang="en-US" altLang="zh-TW" sz="2000" b="1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indent="-457200"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     定義目標（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Objective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:</a:t>
            </a:r>
          </a:p>
          <a:p>
            <a:pPr marL="745200" lvl="1"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Mass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 &lt;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1.5 kg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（重量上限）</a:t>
            </a:r>
            <a:endParaRPr lang="en-US" altLang="zh-TW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288000"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確立設計變數（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DV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，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Design Variables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:</a:t>
            </a:r>
          </a:p>
          <a:p>
            <a:pPr marL="745200" lvl="1">
              <a:lnSpc>
                <a:spcPct val="15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材料類型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6061, 7075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、厚度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、高度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h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、半徑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R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、寬度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w1,w2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、跨度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Span</a:t>
            </a:r>
            <a:endParaRPr lang="zh-TW" altLang="en-US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288000">
              <a:lnSpc>
                <a:spcPct val="150000"/>
              </a:lnSpc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設定限制條件（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SV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，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Constraints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）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:</a:t>
            </a:r>
          </a:p>
          <a:p>
            <a:pPr marL="745200" lvl="1">
              <a:lnSpc>
                <a:spcPct val="150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安全係數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&gt;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1.25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（結構強度限制）</a:t>
            </a:r>
            <a:endParaRPr lang="en-US" altLang="zh-TW" sz="2000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745200" lvl="1"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30mm &lt; 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變形量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 &lt; 50mm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（幾何限制）</a:t>
            </a:r>
            <a:endParaRPr lang="zh-TW" altLang="en-US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597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DDF5-E3BF-7925-DF0B-F2636B87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B70FCAB-D668-E899-62B8-7390D74EA49F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98F4AF87-9C81-38C4-DA92-FE785C877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3C5D139-154B-8A42-CEE8-F5B72455B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098" y="5737971"/>
            <a:ext cx="1499152" cy="1152162"/>
          </a:xfrm>
          <a:prstGeom prst="rect">
            <a:avLst/>
          </a:prstGeom>
        </p:spPr>
      </p:pic>
      <p:sp>
        <p:nvSpPr>
          <p:cNvPr id="13" name="動作按鈕: 空白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115918E-5017-C0D8-4A57-363DF5561B1D}"/>
              </a:ext>
            </a:extLst>
          </p:cNvPr>
          <p:cNvSpPr/>
          <p:nvPr/>
        </p:nvSpPr>
        <p:spPr>
          <a:xfrm>
            <a:off x="0" y="5801360"/>
            <a:ext cx="1374845" cy="10566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7912389-8E49-B97E-D5C2-25C707B01BB6}"/>
              </a:ext>
            </a:extLst>
          </p:cNvPr>
          <p:cNvSpPr txBox="1"/>
          <p:nvPr/>
        </p:nvSpPr>
        <p:spPr>
          <a:xfrm>
            <a:off x="2125312" y="31495"/>
            <a:ext cx="3757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人工優化迭代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68D22E-EFBA-4CCA-9FFE-816066FC2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65986"/>
              </p:ext>
            </p:extLst>
          </p:nvPr>
        </p:nvGraphicFramePr>
        <p:xfrm>
          <a:off x="598170" y="1203353"/>
          <a:ext cx="11039067" cy="355945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83878">
                  <a:extLst>
                    <a:ext uri="{9D8B030D-6E8A-4147-A177-3AD203B41FA5}">
                      <a16:colId xmlns:a16="http://schemas.microsoft.com/office/drawing/2014/main" val="34440109"/>
                    </a:ext>
                  </a:extLst>
                </a:gridCol>
                <a:gridCol w="747628">
                  <a:extLst>
                    <a:ext uri="{9D8B030D-6E8A-4147-A177-3AD203B41FA5}">
                      <a16:colId xmlns:a16="http://schemas.microsoft.com/office/drawing/2014/main" val="4199524730"/>
                    </a:ext>
                  </a:extLst>
                </a:gridCol>
                <a:gridCol w="1014866">
                  <a:extLst>
                    <a:ext uri="{9D8B030D-6E8A-4147-A177-3AD203B41FA5}">
                      <a16:colId xmlns:a16="http://schemas.microsoft.com/office/drawing/2014/main" val="1069313831"/>
                    </a:ext>
                  </a:extLst>
                </a:gridCol>
                <a:gridCol w="1120182">
                  <a:extLst>
                    <a:ext uri="{9D8B030D-6E8A-4147-A177-3AD203B41FA5}">
                      <a16:colId xmlns:a16="http://schemas.microsoft.com/office/drawing/2014/main" val="2684535524"/>
                    </a:ext>
                  </a:extLst>
                </a:gridCol>
                <a:gridCol w="1474429">
                  <a:extLst>
                    <a:ext uri="{9D8B030D-6E8A-4147-A177-3AD203B41FA5}">
                      <a16:colId xmlns:a16="http://schemas.microsoft.com/office/drawing/2014/main" val="4240093184"/>
                    </a:ext>
                  </a:extLst>
                </a:gridCol>
                <a:gridCol w="995718">
                  <a:extLst>
                    <a:ext uri="{9D8B030D-6E8A-4147-A177-3AD203B41FA5}">
                      <a16:colId xmlns:a16="http://schemas.microsoft.com/office/drawing/2014/main" val="684624945"/>
                    </a:ext>
                  </a:extLst>
                </a:gridCol>
                <a:gridCol w="1445705">
                  <a:extLst>
                    <a:ext uri="{9D8B030D-6E8A-4147-A177-3AD203B41FA5}">
                      <a16:colId xmlns:a16="http://schemas.microsoft.com/office/drawing/2014/main" val="654206271"/>
                    </a:ext>
                  </a:extLst>
                </a:gridCol>
                <a:gridCol w="947847">
                  <a:extLst>
                    <a:ext uri="{9D8B030D-6E8A-4147-A177-3AD203B41FA5}">
                      <a16:colId xmlns:a16="http://schemas.microsoft.com/office/drawing/2014/main" val="3450632774"/>
                    </a:ext>
                  </a:extLst>
                </a:gridCol>
                <a:gridCol w="1504907">
                  <a:extLst>
                    <a:ext uri="{9D8B030D-6E8A-4147-A177-3AD203B41FA5}">
                      <a16:colId xmlns:a16="http://schemas.microsoft.com/office/drawing/2014/main" val="3092960575"/>
                    </a:ext>
                  </a:extLst>
                </a:gridCol>
                <a:gridCol w="1103907">
                  <a:extLst>
                    <a:ext uri="{9D8B030D-6E8A-4147-A177-3AD203B41FA5}">
                      <a16:colId xmlns:a16="http://schemas.microsoft.com/office/drawing/2014/main" val="3485753785"/>
                    </a:ext>
                  </a:extLst>
                </a:gridCol>
              </a:tblGrid>
              <a:tr h="778156">
                <a:tc>
                  <a:txBody>
                    <a:bodyPr/>
                    <a:lstStyle/>
                    <a:p>
                      <a:pPr algn="ctr"/>
                      <a:endParaRPr lang="zh-TW" altLang="en-US" baseline="0" dirty="0"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寬度</a:t>
                      </a:r>
                      <a:r>
                        <a:rPr lang="en-US" altLang="zh-TW" sz="1800" kern="1200" baseline="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w</a:t>
                      </a:r>
                      <a:endParaRPr lang="zh-TW" altLang="en-US" sz="1800" b="1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寬度</a:t>
                      </a:r>
                      <a:r>
                        <a:rPr lang="en-US" altLang="zh-TW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w2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厚度</a:t>
                      </a:r>
                      <a:r>
                        <a:rPr lang="en-US" altLang="zh-TW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T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跨度</a:t>
                      </a:r>
                      <a:endParaRPr lang="en-US" altLang="zh-TW" sz="1800" kern="1200" baseline="0"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Span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高度</a:t>
                      </a:r>
                      <a:r>
                        <a:rPr lang="en-US" altLang="zh-TW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h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最大應力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變形量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安全係數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kern="1200" baseline="0"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重量</a:t>
                      </a:r>
                      <a:endParaRPr lang="zh-TW" altLang="en-US" sz="1800" b="1" kern="1200" baseline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510166"/>
                  </a:ext>
                </a:extLst>
              </a:tr>
              <a:tr h="356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CASE1</a:t>
                      </a:r>
                      <a:endParaRPr lang="en-US" sz="1800" b="1" i="0" u="none" strike="noStrike" baseline="0" dirty="0">
                        <a:solidFill>
                          <a:srgbClr val="FA7D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45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800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325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63.82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7.05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4.39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dblStrike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2.43</a:t>
                      </a:r>
                      <a:endParaRPr lang="en-US" altLang="zh-TW" sz="1800" b="1" i="0" u="none" strike="dblStrike" baseline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46704242"/>
                  </a:ext>
                </a:extLst>
              </a:tr>
              <a:tr h="356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CASE2</a:t>
                      </a:r>
                      <a:endParaRPr lang="en-US" sz="1800" b="1" i="0" u="none" strike="noStrike" baseline="0" dirty="0">
                        <a:solidFill>
                          <a:srgbClr val="FA7D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45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25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800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325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101.86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14.26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2.75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dblStrike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1.94</a:t>
                      </a:r>
                      <a:endParaRPr lang="en-US" altLang="zh-TW" sz="1800" b="1" i="0" u="none" strike="dblStrike" baseline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2484448"/>
                  </a:ext>
                </a:extLst>
              </a:tr>
              <a:tr h="356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CASE3</a:t>
                      </a:r>
                      <a:endParaRPr lang="en-US" sz="1800" b="1" i="0" u="none" strike="noStrike" baseline="0">
                        <a:solidFill>
                          <a:srgbClr val="FA7D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40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10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800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325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71.90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7.63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3.89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dblStrike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2.30</a:t>
                      </a:r>
                      <a:endParaRPr lang="en-US" altLang="zh-TW" sz="1800" b="1" i="0" u="none" strike="dblStrike" baseline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07206699"/>
                  </a:ext>
                </a:extLst>
              </a:tr>
              <a:tr h="356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CASE4</a:t>
                      </a:r>
                      <a:endParaRPr lang="en-US" sz="1800" b="1" i="0" u="none" strike="noStrike" baseline="0">
                        <a:solidFill>
                          <a:srgbClr val="FA7D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40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800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325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115.34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15.47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2.43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dblStrike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1.83</a:t>
                      </a:r>
                      <a:endParaRPr lang="en-US" altLang="zh-TW" sz="1800" b="1" i="0" u="none" strike="dblStrike" baseline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19618019"/>
                  </a:ext>
                </a:extLst>
              </a:tr>
              <a:tr h="356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CASE5</a:t>
                      </a:r>
                      <a:endParaRPr lang="en-US" sz="1800" b="1" i="0" u="none" strike="noStrike" baseline="0">
                        <a:solidFill>
                          <a:srgbClr val="FA7D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40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800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325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115.78</a:t>
                      </a:r>
                      <a:endParaRPr lang="en-US" altLang="zh-TW" sz="1800" b="1" i="0" u="none" strike="noStrike" baseline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16.50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noStrike" baseline="0" dirty="0"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2.42</a:t>
                      </a:r>
                      <a:endParaRPr lang="en-US" altLang="zh-TW" sz="1800" b="1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u="none" strike="dblStrike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</a:rPr>
                        <a:t>1.69</a:t>
                      </a:r>
                      <a:endParaRPr lang="en-US" altLang="zh-TW" sz="1800" b="1" i="0" u="none" strike="dblStrike" baseline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6668380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023EBC8F-FADD-44C5-BA76-DEFCF61B95D4}"/>
              </a:ext>
            </a:extLst>
          </p:cNvPr>
          <p:cNvSpPr txBox="1"/>
          <p:nvPr/>
        </p:nvSpPr>
        <p:spPr>
          <a:xfrm rot="5400000">
            <a:off x="5851700" y="4686997"/>
            <a:ext cx="76976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zh-TW" sz="4000" dirty="0"/>
              <a:t>…</a:t>
            </a:r>
            <a:endParaRPr lang="zh-TW" altLang="en-US" sz="40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68F70FA-AD32-4CC8-88D7-DDE781B20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704249"/>
              </p:ext>
            </p:extLst>
          </p:nvPr>
        </p:nvGraphicFramePr>
        <p:xfrm>
          <a:off x="598170" y="5319069"/>
          <a:ext cx="11039067" cy="5562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81731493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097691050"/>
                    </a:ext>
                  </a:extLst>
                </a:gridCol>
                <a:gridCol w="1014866">
                  <a:extLst>
                    <a:ext uri="{9D8B030D-6E8A-4147-A177-3AD203B41FA5}">
                      <a16:colId xmlns:a16="http://schemas.microsoft.com/office/drawing/2014/main" val="4135991854"/>
                    </a:ext>
                  </a:extLst>
                </a:gridCol>
                <a:gridCol w="1120182">
                  <a:extLst>
                    <a:ext uri="{9D8B030D-6E8A-4147-A177-3AD203B41FA5}">
                      <a16:colId xmlns:a16="http://schemas.microsoft.com/office/drawing/2014/main" val="3949806883"/>
                    </a:ext>
                  </a:extLst>
                </a:gridCol>
                <a:gridCol w="1474429">
                  <a:extLst>
                    <a:ext uri="{9D8B030D-6E8A-4147-A177-3AD203B41FA5}">
                      <a16:colId xmlns:a16="http://schemas.microsoft.com/office/drawing/2014/main" val="2474061765"/>
                    </a:ext>
                  </a:extLst>
                </a:gridCol>
                <a:gridCol w="995718">
                  <a:extLst>
                    <a:ext uri="{9D8B030D-6E8A-4147-A177-3AD203B41FA5}">
                      <a16:colId xmlns:a16="http://schemas.microsoft.com/office/drawing/2014/main" val="3541624798"/>
                    </a:ext>
                  </a:extLst>
                </a:gridCol>
                <a:gridCol w="1445705">
                  <a:extLst>
                    <a:ext uri="{9D8B030D-6E8A-4147-A177-3AD203B41FA5}">
                      <a16:colId xmlns:a16="http://schemas.microsoft.com/office/drawing/2014/main" val="1828108021"/>
                    </a:ext>
                  </a:extLst>
                </a:gridCol>
                <a:gridCol w="947847">
                  <a:extLst>
                    <a:ext uri="{9D8B030D-6E8A-4147-A177-3AD203B41FA5}">
                      <a16:colId xmlns:a16="http://schemas.microsoft.com/office/drawing/2014/main" val="4109641882"/>
                    </a:ext>
                  </a:extLst>
                </a:gridCol>
                <a:gridCol w="1504907">
                  <a:extLst>
                    <a:ext uri="{9D8B030D-6E8A-4147-A177-3AD203B41FA5}">
                      <a16:colId xmlns:a16="http://schemas.microsoft.com/office/drawing/2014/main" val="1652273949"/>
                    </a:ext>
                  </a:extLst>
                </a:gridCol>
                <a:gridCol w="1103907">
                  <a:extLst>
                    <a:ext uri="{9D8B030D-6E8A-4147-A177-3AD203B41FA5}">
                      <a16:colId xmlns:a16="http://schemas.microsoft.com/office/drawing/2014/main" val="631064935"/>
                    </a:ext>
                  </a:extLst>
                </a:gridCol>
              </a:tblGrid>
              <a:tr h="32268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CASE18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800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325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223.65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45.91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1.25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1" u="none" strike="noStrike" kern="120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+mn-cs"/>
                        </a:rPr>
                        <a:t>1.26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20347595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546BC1A-19F2-8E13-6146-69D51BFB9030}"/>
              </a:ext>
            </a:extLst>
          </p:cNvPr>
          <p:cNvSpPr txBox="1"/>
          <p:nvPr/>
        </p:nvSpPr>
        <p:spPr>
          <a:xfrm>
            <a:off x="64049" y="54258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OK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791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E6E5D-3921-E818-A06B-1E7BE0B0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0702">
            <a:hlinkClick r:id="" action="ppaction://media"/>
            <a:extLst>
              <a:ext uri="{FF2B5EF4-FFF2-40B4-BE49-F238E27FC236}">
                <a16:creationId xmlns:a16="http://schemas.microsoft.com/office/drawing/2014/main" id="{B9C0AB83-CB11-198F-B6C0-3BC0ACCBD7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4062" r="28823" b="14876"/>
          <a:stretch>
            <a:fillRect/>
          </a:stretch>
        </p:blipFill>
        <p:spPr>
          <a:xfrm>
            <a:off x="1499152" y="3924435"/>
            <a:ext cx="3194090" cy="2576986"/>
          </a:xfrm>
          <a:prstGeom prst="rect">
            <a:avLst/>
          </a:prstGeom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3AE9B6B-73E9-0E84-EEB7-DB0A2E0E6DF7}"/>
              </a:ext>
            </a:extLst>
          </p:cNvPr>
          <p:cNvSpPr/>
          <p:nvPr/>
        </p:nvSpPr>
        <p:spPr>
          <a:xfrm>
            <a:off x="-132080" y="-32133"/>
            <a:ext cx="12669520" cy="896699"/>
          </a:xfrm>
          <a:prstGeom prst="roundRect">
            <a:avLst/>
          </a:prstGeom>
          <a:solidFill>
            <a:srgbClr val="002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Picture 2" descr="國立虎尾科技大學飛機工程系系辦">
            <a:extLst>
              <a:ext uri="{FF2B5EF4-FFF2-40B4-BE49-F238E27FC236}">
                <a16:creationId xmlns:a16="http://schemas.microsoft.com/office/drawing/2014/main" id="{7D50ADC5-C53F-F357-A954-0CA42AEDC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80" b="97525" l="10000" r="97200">
                        <a14:foregroundMark x1="38800" y1="33663" x2="56800" y2="70297"/>
                        <a14:foregroundMark x1="56800" y1="70297" x2="38541" y2="32020"/>
                        <a14:foregroundMark x1="42303" y1="32690" x2="13200" y2="57426"/>
                        <a14:foregroundMark x1="13200" y1="57426" x2="48400" y2="72772"/>
                        <a14:foregroundMark x1="48400" y1="72772" x2="60000" y2="59406"/>
                        <a14:foregroundMark x1="29200" y1="40594" x2="36521" y2="31659"/>
                        <a14:foregroundMark x1="65818" y1="39117" x2="68000" y2="48515"/>
                        <a14:foregroundMark x1="68000" y1="48515" x2="62400" y2="57426"/>
                        <a14:foregroundMark x1="39200" y1="34158" x2="15600" y2="68812"/>
                        <a14:foregroundMark x1="15600" y1="68812" x2="55600" y2="79703"/>
                        <a14:foregroundMark x1="55600" y1="79703" x2="82000" y2="45050"/>
                        <a14:foregroundMark x1="82000" y1="45050" x2="46913" y2="32151"/>
                        <a14:foregroundMark x1="45600" y1="39109" x2="42000" y2="34158"/>
                        <a14:foregroundMark x1="71600" y1="39109" x2="42400" y2="73267"/>
                        <a14:foregroundMark x1="42400" y1="73267" x2="79600" y2="56931"/>
                        <a14:foregroundMark x1="79600" y1="56931" x2="67702" y2="37297"/>
                        <a14:foregroundMark x1="24800" y1="35149" x2="25200" y2="79208"/>
                        <a14:foregroundMark x1="25200" y1="79208" x2="37600" y2="83168"/>
                        <a14:foregroundMark x1="27200" y1="28713" x2="4400" y2="65347"/>
                        <a14:foregroundMark x1="4400" y1="65347" x2="32800" y2="91089"/>
                        <a14:foregroundMark x1="32800" y1="91089" x2="65815" y2="91882"/>
                        <a14:foregroundMark x1="76667" y1="86181" x2="92800" y2="50495"/>
                        <a14:foregroundMark x1="92800" y1="50495" x2="90407" y2="47670"/>
                        <a14:foregroundMark x1="42839" y1="24436" x2="28400" y2="27228"/>
                        <a14:foregroundMark x1="76400" y1="74257" x2="41600" y2="82673"/>
                        <a14:foregroundMark x1="41600" y1="82673" x2="65912" y2="91700"/>
                        <a14:foregroundMark x1="75639" y1="86123" x2="68400" y2="72277"/>
                        <a14:foregroundMark x1="37600" y1="65842" x2="67942" y2="87868"/>
                        <a14:foregroundMark x1="68290" y1="87211" x2="48000" y2="70792"/>
                        <a14:foregroundMark x1="48000" y1="70792" x2="39200" y2="70297"/>
                        <a14:foregroundMark x1="56800" y1="69307" x2="50800" y2="68317"/>
                        <a14:foregroundMark x1="57200" y1="68812" x2="56400" y2="53465"/>
                        <a14:foregroundMark x1="69600" y1="46040" x2="57200" y2="46535"/>
                        <a14:foregroundMark x1="15600" y1="38614" x2="25200" y2="83663"/>
                        <a14:foregroundMark x1="25200" y1="83663" x2="70400" y2="83663"/>
                        <a14:foregroundMark x1="70400" y1="83663" x2="83200" y2="41089"/>
                        <a14:foregroundMark x1="83200" y1="41089" x2="77519" y2="39484"/>
                        <a14:foregroundMark x1="43191" y1="31230" x2="16800" y2="35644"/>
                        <a14:foregroundMark x1="59600" y1="41089" x2="63600" y2="84158"/>
                        <a14:foregroundMark x1="63600" y1="84158" x2="68947" y2="85970"/>
                        <a14:foregroundMark x1="93502" y1="87128" x2="74800" y2="44554"/>
                        <a14:foregroundMark x1="74800" y1="44554" x2="57200" y2="39604"/>
                        <a14:foregroundMark x1="39744" y1="29695" x2="39200" y2="30198"/>
                        <a14:foregroundMark x1="39200" y1="30198" x2="20400" y2="71782"/>
                        <a14:foregroundMark x1="20400" y1="71782" x2="60400" y2="78713"/>
                        <a14:foregroundMark x1="60400" y1="78713" x2="85678" y2="45522"/>
                        <a14:foregroundMark x1="57600" y1="34158" x2="66400" y2="17822"/>
                        <a14:foregroundMark x1="64400" y1="18317" x2="61600" y2="22277"/>
                        <a14:foregroundMark x1="63600" y1="20297" x2="60400" y2="23267"/>
                        <a14:foregroundMark x1="60400" y1="26733" x2="46400" y2="25248"/>
                        <a14:foregroundMark x1="81200" y1="80693" x2="93200" y2="79208"/>
                        <a14:foregroundMark x1="92800" y1="84158" x2="90400" y2="89109"/>
                        <a14:foregroundMark x1="84400" y1="89109" x2="81600" y2="84653"/>
                        <a14:foregroundMark x1="58800" y1="50000" x2="16800" y2="42574"/>
                        <a14:foregroundMark x1="16800" y1="42574" x2="54400" y2="48020"/>
                        <a14:foregroundMark x1="54400" y1="48020" x2="47600" y2="58416"/>
                        <a14:foregroundMark x1="48800" y1="41584" x2="71200" y2="80693"/>
                        <a14:foregroundMark x1="71200" y1="80693" x2="75200" y2="36634"/>
                        <a14:foregroundMark x1="75200" y1="36634" x2="56800" y2="60396"/>
                        <a14:foregroundMark x1="66800" y1="90099" x2="71200" y2="91089"/>
                        <a14:foregroundMark x1="87600" y1="89109" x2="89600" y2="90099"/>
                        <a14:foregroundMark x1="91600" y1="87624" x2="85200" y2="89109"/>
                        <a14:foregroundMark x1="64000" y1="29208" x2="71200" y2="26733"/>
                        <a14:foregroundMark x1="63200" y1="25743" x2="80028" y2="32222"/>
                        <a14:foregroundMark x1="74400" y1="28713" x2="80314" y2="32006"/>
                        <a14:foregroundMark x1="61600" y1="57426" x2="73200" y2="87624"/>
                        <a14:foregroundMark x1="82000" y1="88119" x2="46400" y2="86634"/>
                        <a14:foregroundMark x1="46400" y1="86634" x2="83200" y2="83168"/>
                        <a14:foregroundMark x1="93200" y1="82178" x2="94400" y2="82673"/>
                        <a14:foregroundMark x1="94400" y1="82673" x2="94400" y2="82178"/>
                        <a14:foregroundMark x1="60000" y1="33168" x2="57600" y2="33663"/>
                        <a14:foregroundMark x1="59200" y1="27723" x2="33200" y2="60396"/>
                        <a14:foregroundMark x1="33200" y1="60396" x2="59200" y2="73267"/>
                        <a14:foregroundMark x1="61600" y1="28713" x2="57200" y2="42079"/>
                        <a14:backgroundMark x1="44411" y1="12461" x2="30400" y2="16337"/>
                        <a14:backgroundMark x1="30400" y1="16337" x2="43921" y2="12914"/>
                        <a14:backgroundMark x1="49372" y1="7877" x2="28000" y2="10396"/>
                        <a14:backgroundMark x1="28000" y1="10396" x2="38986" y2="15635"/>
                        <a14:backgroundMark x1="59850" y1="25606" x2="60273" y2="25711"/>
                        <a14:backgroundMark x1="44400" y1="21782" x2="44752" y2="21869"/>
                        <a14:backgroundMark x1="58674" y1="21286" x2="57505" y2="20798"/>
                        <a14:backgroundMark x1="95860" y1="96324" x2="99600" y2="96535"/>
                        <a14:backgroundMark x1="86581" y1="95802" x2="89189" y2="95949"/>
                        <a14:backgroundMark x1="99600" y1="96535" x2="97600" y2="97525"/>
                        <a14:backgroundMark x1="86000" y1="22772" x2="89200" y2="25743"/>
                        <a14:backgroundMark x1="79600" y1="13861" x2="91200" y2="30198"/>
                        <a14:backgroundMark x1="85600" y1="23267" x2="90400" y2="26733"/>
                        <a14:backgroundMark x1="86000" y1="27723" x2="95200" y2="44059"/>
                        <a14:backgroundMark x1="92800" y1="34653" x2="76800" y2="13366"/>
                        <a14:backgroundMark x1="66400" y1="3960" x2="64000" y2="9901"/>
                        <a14:backgroundMark x1="70800" y1="4950" x2="25600" y2="8911"/>
                        <a14:backgroundMark x1="25600" y1="8911" x2="79200" y2="4455"/>
                        <a14:backgroundMark x1="79200" y1="4455" x2="91200" y2="19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4845" cy="111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B529CEA-C420-61F5-FA99-310A2CE1FD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62" b="89941" l="5455" r="90210">
                        <a14:foregroundMark x1="5455" y1="20513" x2="9510" y2="23669"/>
                        <a14:foregroundMark x1="9510" y1="23669" x2="9510" y2="23669"/>
                        <a14:foregroundMark x1="90210" y1="84813" x2="89930" y2="84813"/>
                        <a14:foregroundMark x1="20979" y1="55621" x2="20559" y2="556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098" y="5737971"/>
            <a:ext cx="1499152" cy="1152162"/>
          </a:xfrm>
          <a:prstGeom prst="rect">
            <a:avLst/>
          </a:prstGeom>
        </p:spPr>
      </p:pic>
      <p:sp>
        <p:nvSpPr>
          <p:cNvPr id="13" name="動作按鈕: 空白 1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81EDE1E7-1AD6-129D-412B-B831AD1B994D}"/>
              </a:ext>
            </a:extLst>
          </p:cNvPr>
          <p:cNvSpPr/>
          <p:nvPr/>
        </p:nvSpPr>
        <p:spPr>
          <a:xfrm>
            <a:off x="0" y="5801360"/>
            <a:ext cx="1374845" cy="10566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01601A-3EFE-6518-50FD-6CC3E5CA5E4E}"/>
              </a:ext>
            </a:extLst>
          </p:cNvPr>
          <p:cNvSpPr txBox="1"/>
          <p:nvPr/>
        </p:nvSpPr>
        <p:spPr>
          <a:xfrm>
            <a:off x="2125312" y="31495"/>
            <a:ext cx="3757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完成設計</a:t>
            </a: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6BAA0F0B-63C9-4A61-A7A7-EEF2EEAFD36F}"/>
              </a:ext>
            </a:extLst>
          </p:cNvPr>
          <p:cNvSpPr/>
          <p:nvPr/>
        </p:nvSpPr>
        <p:spPr>
          <a:xfrm>
            <a:off x="789609" y="1110875"/>
            <a:ext cx="3903633" cy="29546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457200">
              <a:lnSpc>
                <a:spcPct val="150000"/>
              </a:lnSpc>
            </a:pPr>
            <a:r>
              <a:rPr lang="zh-TW" altLang="en-US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設計完成並符合目標與限制條件</a:t>
            </a:r>
            <a:r>
              <a:rPr lang="en-US" altLang="zh-TW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:</a:t>
            </a:r>
          </a:p>
          <a:p>
            <a:pPr marL="288000">
              <a:lnSpc>
                <a:spcPct val="150000"/>
              </a:lnSpc>
            </a:pPr>
            <a:r>
              <a:rPr lang="zh-TW" altLang="en-US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目標</a:t>
            </a:r>
            <a:r>
              <a:rPr lang="en-US" altLang="zh-TW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:</a:t>
            </a:r>
            <a:r>
              <a:rPr lang="zh-TW" altLang="en-US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1.26</a:t>
            </a:r>
            <a:r>
              <a:rPr lang="en-US" altLang="zh-TW" sz="2000">
                <a:latin typeface="Times New Roman" panose="02020603050405020304" pitchFamily="18" charset="0"/>
                <a:ea typeface="微軟正黑體" panose="020B0604030504040204" pitchFamily="34" charset="-120"/>
              </a:rPr>
              <a:t> &lt; 1.5 kg</a:t>
            </a:r>
          </a:p>
          <a:p>
            <a:pPr marL="288000">
              <a:lnSpc>
                <a:spcPct val="150000"/>
              </a:lnSpc>
            </a:pPr>
            <a:r>
              <a:rPr lang="zh-TW" altLang="en-US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限制條件</a:t>
            </a:r>
            <a:r>
              <a:rPr lang="en-US" altLang="zh-TW" sz="2000" b="1">
                <a:latin typeface="Times New Roman" panose="02020603050405020304" pitchFamily="18" charset="0"/>
                <a:ea typeface="微軟正黑體" panose="020B0604030504040204" pitchFamily="34" charset="-120"/>
              </a:rPr>
              <a:t>:</a:t>
            </a:r>
          </a:p>
          <a:p>
            <a:pPr marL="745200" lvl="1">
              <a:lnSpc>
                <a:spcPct val="150000"/>
              </a:lnSpc>
            </a:pPr>
            <a:r>
              <a:rPr lang="zh-TW" altLang="en-US" sz="2000">
                <a:latin typeface="Times New Roman" panose="02020603050405020304" pitchFamily="18" charset="0"/>
                <a:ea typeface="微軟正黑體" panose="020B0604030504040204" pitchFamily="34" charset="-120"/>
              </a:rPr>
              <a:t>安全係數 </a:t>
            </a:r>
            <a:r>
              <a:rPr lang="en-US" altLang="zh-TW" sz="2000">
                <a:latin typeface="Times New Roman" panose="02020603050405020304" pitchFamily="18" charset="0"/>
                <a:ea typeface="微軟正黑體" panose="020B0604030504040204" pitchFamily="34" charset="-120"/>
              </a:rPr>
              <a:t>&lt;</a:t>
            </a:r>
            <a:r>
              <a:rPr lang="zh-TW" altLang="en-US" sz="2000">
                <a:latin typeface="Times New Roman" panose="02020603050405020304" pitchFamily="18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1.25</a:t>
            </a:r>
          </a:p>
          <a:p>
            <a:pPr marL="745200" lvl="1">
              <a:lnSpc>
                <a:spcPct val="150000"/>
              </a:lnSpc>
            </a:pPr>
            <a:r>
              <a:rPr lang="en-US" altLang="zh-TW" sz="2000">
                <a:latin typeface="Times New Roman" panose="02020603050405020304" pitchFamily="18" charset="0"/>
                <a:ea typeface="微軟正黑體" panose="020B0604030504040204" pitchFamily="34" charset="-120"/>
              </a:rPr>
              <a:t>30mm &lt;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45.91</a:t>
            </a:r>
            <a:r>
              <a:rPr lang="en-US" altLang="zh-TW" sz="2000">
                <a:latin typeface="Times New Roman" panose="02020603050405020304" pitchFamily="18" charset="0"/>
                <a:ea typeface="微軟正黑體" panose="020B0604030504040204" pitchFamily="34" charset="-120"/>
              </a:rPr>
              <a:t> &lt; 50mm</a:t>
            </a:r>
            <a:endParaRPr lang="zh-TW" altLang="en-US" sz="200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pPr marL="360000" lvl="1"/>
            <a:br>
              <a:rPr lang="en-US" altLang="zh-TW">
                <a:latin typeface="Times New Roman" panose="02020603050405020304" pitchFamily="18" charset="0"/>
                <a:ea typeface="微軟正黑體" panose="020B0604030504040204" pitchFamily="34" charset="-120"/>
              </a:rPr>
            </a:br>
            <a:endParaRPr lang="zh-TW" altLang="en-US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AB6E2F-9DD6-464D-B581-F1CA78D1B1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1813" y="994943"/>
            <a:ext cx="5840578" cy="311431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EBB6526-B808-4981-B03D-6D16D0762B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1813" y="3699268"/>
            <a:ext cx="6059470" cy="302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8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6A76F2-82D1-C3DD-4DC5-E7F7A1912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8791501" cy="2866405"/>
          </a:xfrm>
        </p:spPr>
        <p:txBody>
          <a:bodyPr>
            <a:normAutofit/>
          </a:bodyPr>
          <a:lstStyle/>
          <a:p>
            <a:r>
              <a:rPr lang="zh-TW" altLang="en-US" sz="720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報告完畢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4DD0CF-847A-E5A7-9B27-B2A62CEBE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8791501" cy="1475177"/>
          </a:xfrm>
        </p:spPr>
        <p:txBody>
          <a:bodyPr>
            <a:normAutofit/>
          </a:bodyPr>
          <a:lstStyle/>
          <a:p>
            <a:endParaRPr lang="zh-TW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3AF7E2-A240-C246-AFB8-2AD8FF462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760799C4-90B2-C44F-B45C-4128C830B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8117A5FF-BE82-D049-80D2-F42CEB9E7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0BDBD55C-A498-F545-BABF-ACA34A20E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FC6DFD41-F3C6-7747-98B3-A47594E7B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FA2D6C8B-5842-3443-BC3B-700D61C56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C7442654-B5C0-1847-A829-082D07974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42B39F10-6841-E54C-8D10-69B571EE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948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485</Words>
  <Application>Microsoft Office PowerPoint</Application>
  <PresentationFormat>寬螢幕</PresentationFormat>
  <Paragraphs>142</Paragraphs>
  <Slides>10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Avenir Next</vt:lpstr>
      <vt:lpstr>微軟正黑體</vt:lpstr>
      <vt:lpstr>標楷體</vt:lpstr>
      <vt:lpstr>Aptos</vt:lpstr>
      <vt:lpstr>Arial</vt:lpstr>
      <vt:lpstr>Neue Haas Grotesk Text Pro</vt:lpstr>
      <vt:lpstr>Times New Roman</vt:lpstr>
      <vt:lpstr>PunchcardVTI</vt:lpstr>
      <vt:lpstr>VTOL飛機起落架設計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報告完畢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AI飛機起落架自動設計</dc:title>
  <dc:creator>劉育成</dc:creator>
  <cp:lastModifiedBy>JS Wang</cp:lastModifiedBy>
  <cp:revision>3</cp:revision>
  <dcterms:created xsi:type="dcterms:W3CDTF">2025-07-02T07:05:00Z</dcterms:created>
  <dcterms:modified xsi:type="dcterms:W3CDTF">2025-07-02T14:59:48Z</dcterms:modified>
</cp:coreProperties>
</file>