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"/>
  </p:notesMasterIdLst>
  <p:handoutMasterIdLst>
    <p:handoutMasterId r:id="rId6"/>
  </p:handoutMasterIdLst>
  <p:sldIdLst>
    <p:sldId id="259" r:id="rId2"/>
    <p:sldId id="261" r:id="rId3"/>
    <p:sldId id="266" r:id="rId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3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2025/8/13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520340" y="6000748"/>
            <a:ext cx="2743200" cy="365125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0E378B1-F921-4DB6-A0B5-FBAB6D815817}" type="datetime1">
              <a:rPr lang="zh-TW" altLang="en-US" smtClean="0"/>
              <a:pPr/>
              <a:t>2025/8/13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142751" y="6028576"/>
            <a:ext cx="2743200" cy="365125"/>
          </a:xfrm>
        </p:spPr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defRPr>
            </a:lvl1pPr>
          </a:lstStyle>
          <a:p>
            <a:fld id="{E27EBA36-4489-4ED5-9948-A27DCFE4D027}" type="datetime1">
              <a:rPr lang="zh-TW" altLang="en-US" smtClean="0"/>
              <a:pPr/>
              <a:t>2025/8/13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7472"/>
            <a:ext cx="12191980" cy="2648381"/>
          </a:xfrm>
        </p:spPr>
        <p:txBody>
          <a:bodyPr rtlCol="0">
            <a:normAutofit/>
          </a:bodyPr>
          <a:lstStyle/>
          <a:p>
            <a: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20250813 Meeting</a:t>
            </a:r>
            <a:b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LLM</a:t>
            </a:r>
            <a:r>
              <a:rPr lang="zh-TW" altLang="en-US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作業自評進度彙報</a:t>
            </a:r>
            <a:endParaRPr lang="zh-tw" sz="6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41001"/>
            <a:ext cx="12192000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王緯禎、洪綵柔</a:t>
            </a:r>
            <a:endParaRPr 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52CB0A-0A57-443F-8D68-32E06B47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2025/8/13</a:t>
            </a:fld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7DB5F2-1030-4528-BDC1-6EF65776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進度彙報</a:t>
            </a:r>
          </a:p>
        </p:txBody>
      </p:sp>
      <p:graphicFrame>
        <p:nvGraphicFramePr>
          <p:cNvPr id="11" name="表格 6">
            <a:extLst>
              <a:ext uri="{FF2B5EF4-FFF2-40B4-BE49-F238E27FC236}">
                <a16:creationId xmlns:a16="http://schemas.microsoft.com/office/drawing/2014/main" id="{42701D4A-4B7B-48FA-BBA4-6F8432601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61087"/>
              </p:ext>
            </p:extLst>
          </p:nvPr>
        </p:nvGraphicFramePr>
        <p:xfrm>
          <a:off x="1562101" y="2030538"/>
          <a:ext cx="9286877" cy="1953514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535299">
                  <a:extLst>
                    <a:ext uri="{9D8B030D-6E8A-4147-A177-3AD203B41FA5}">
                      <a16:colId xmlns:a16="http://schemas.microsoft.com/office/drawing/2014/main" val="2540747266"/>
                    </a:ext>
                  </a:extLst>
                </a:gridCol>
                <a:gridCol w="2250526">
                  <a:extLst>
                    <a:ext uri="{9D8B030D-6E8A-4147-A177-3AD203B41FA5}">
                      <a16:colId xmlns:a16="http://schemas.microsoft.com/office/drawing/2014/main" val="529386097"/>
                    </a:ext>
                  </a:extLst>
                </a:gridCol>
                <a:gridCol w="2250526">
                  <a:extLst>
                    <a:ext uri="{9D8B030D-6E8A-4147-A177-3AD203B41FA5}">
                      <a16:colId xmlns:a16="http://schemas.microsoft.com/office/drawing/2014/main" val="3531852383"/>
                    </a:ext>
                  </a:extLst>
                </a:gridCol>
                <a:gridCol w="2250526">
                  <a:extLst>
                    <a:ext uri="{9D8B030D-6E8A-4147-A177-3AD203B41FA5}">
                      <a16:colId xmlns:a16="http://schemas.microsoft.com/office/drawing/2014/main" val="2987238985"/>
                    </a:ext>
                  </a:extLst>
                </a:gridCol>
              </a:tblGrid>
              <a:tr h="976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8B</a:t>
                      </a:r>
                      <a:r>
                        <a:rPr lang="zh-TW" altLang="en-US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Coding Expert</a:t>
                      </a:r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Q8</a:t>
                      </a:r>
                      <a:endParaRPr lang="zh-TW" altLang="en-US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70B</a:t>
                      </a:r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Q4M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70B</a:t>
                      </a:r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Q8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22766"/>
                  </a:ext>
                </a:extLst>
              </a:tr>
              <a:tr h="976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VRAM USAGE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10403MB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43774MB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75101MB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6291"/>
                  </a:ext>
                </a:extLst>
              </a:tr>
            </a:tbl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F8F627CE-25D0-4C51-9A2E-090C5E681D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683613"/>
              </p:ext>
            </p:extLst>
          </p:nvPr>
        </p:nvGraphicFramePr>
        <p:xfrm>
          <a:off x="10112732" y="4239713"/>
          <a:ext cx="736246" cy="987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封裝程式殼層物件" showAsIcon="1" r:id="rId3" imgW="381187" imgH="510734" progId="Package">
                  <p:embed/>
                </p:oleObj>
              </mc:Choice>
              <mc:Fallback>
                <p:oleObj name="封裝程式殼層物件" showAsIcon="1" r:id="rId3" imgW="381187" imgH="510734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12732" y="4239713"/>
                        <a:ext cx="736246" cy="987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670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8E4D-6F32-43F3-A03D-6B0A534B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模型潛在問題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BEF25A-CB7F-4096-92D7-D8AAA2F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2025/8/13</a:t>
            </a:fld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C2EBEBB-F8F1-4F0E-A0F5-8BD85488B651}"/>
              </a:ext>
            </a:extLst>
          </p:cNvPr>
          <p:cNvSpPr txBox="1"/>
          <p:nvPr/>
        </p:nvSpPr>
        <p:spPr>
          <a:xfrm>
            <a:off x="3147786" y="967477"/>
            <a:ext cx="6829425" cy="589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使用次數影響字串數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模型無法正確理解使用者輸入的內容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模型答非所問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模型無法辨別自己使用的自然語言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模型給分差距過大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模型分數計算錯誤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回答內容中英夾雜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3631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</TotalTime>
  <Words>79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MingLiu</vt:lpstr>
      <vt:lpstr>標楷體</vt:lpstr>
      <vt:lpstr>Calibri</vt:lpstr>
      <vt:lpstr>Goudy Old Style</vt:lpstr>
      <vt:lpstr>Times New Roman</vt:lpstr>
      <vt:lpstr>Wingdings 2</vt:lpstr>
      <vt:lpstr>SlateVTI</vt:lpstr>
      <vt:lpstr>封裝</vt:lpstr>
      <vt:lpstr>20250813 Meeting LLM作業自評進度彙報</vt:lpstr>
      <vt:lpstr>進度彙報</vt:lpstr>
      <vt:lpstr>模型潛在問題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綵柔 洪</dc:creator>
  <cp:lastModifiedBy>綵柔 洪</cp:lastModifiedBy>
  <cp:revision>49</cp:revision>
  <dcterms:created xsi:type="dcterms:W3CDTF">2025-07-16T07:54:21Z</dcterms:created>
  <dcterms:modified xsi:type="dcterms:W3CDTF">2025-08-12T17:31:11Z</dcterms:modified>
</cp:coreProperties>
</file>