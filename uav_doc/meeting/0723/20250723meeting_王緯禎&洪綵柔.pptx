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5"/>
  </p:notesMasterIdLst>
  <p:handoutMasterIdLst>
    <p:handoutMasterId r:id="rId6"/>
  </p:handoutMasterIdLst>
  <p:sldIdLst>
    <p:sldId id="259" r:id="rId2"/>
    <p:sldId id="260" r:id="rId3"/>
    <p:sldId id="258" r:id="rId4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DC13AB6D-DEA2-4CBB-AC69-1EF1A6AD1512}">
      <dgm:prSet/>
      <dgm:spPr/>
      <dgm:t>
        <a:bodyPr rtlCol="0"/>
        <a:lstStyle/>
        <a:p>
          <a:pPr rtl="0">
            <a:defRPr cap="all"/>
          </a:pPr>
          <a:r>
            <a:rPr lang="en-US" b="0" i="0" u="none" dirty="0">
              <a:solidFill>
                <a:schemeClr val="tx1"/>
              </a:solidFill>
            </a:rPr>
            <a:t>Llama 4 Scout</a:t>
          </a:r>
          <a:endParaRPr lang="zh-tw" u="none" dirty="0">
            <a:solidFill>
              <a:schemeClr val="tx1"/>
            </a:solidFill>
            <a:latin typeface="MingLiu" panose="02020509000000000000" pitchFamily="49" charset="-120"/>
            <a:ea typeface="MingLiu" panose="02020509000000000000" pitchFamily="49" charset="-120"/>
          </a:endParaRPr>
        </a:p>
      </dgm:t>
    </dgm:pt>
    <dgm:pt modelId="{2C752582-D9FF-4E04-A92F-827DB4BB5C48}" type="parTrans" cxnId="{4B888393-351D-4489-90C9-5A68061AB236}">
      <dgm:prSet/>
      <dgm:spPr/>
      <dgm:t>
        <a:bodyPr rtlCol="0"/>
        <a:lstStyle/>
        <a:p>
          <a:pPr rtl="0"/>
          <a:endParaRPr lang="en-US">
            <a:latin typeface="MingLiu" panose="02020509000000000000" pitchFamily="49" charset="-120"/>
            <a:ea typeface="MingLiu" panose="02020509000000000000" pitchFamily="49" charset="-120"/>
          </a:endParaRPr>
        </a:p>
      </dgm:t>
    </dgm:pt>
    <dgm:pt modelId="{9C64CC83-643C-4E12-8F97-BC19DC031190}" type="sibTrans" cxnId="{4B888393-351D-4489-90C9-5A68061AB236}">
      <dgm:prSet phldrT="01" phldr="0"/>
      <dgm:spPr/>
      <dgm:t>
        <a:bodyPr rtlCol="0"/>
        <a:lstStyle/>
        <a:p>
          <a:pPr rtl="0"/>
          <a:r>
            <a:rPr lang="zh-tw">
              <a:latin typeface="MingLiu" panose="02020509000000000000" pitchFamily="49" charset="-120"/>
              <a:ea typeface="MingLiu" panose="02020509000000000000" pitchFamily="49" charset="-120"/>
            </a:rPr>
            <a:t>01</a:t>
          </a:r>
        </a:p>
      </dgm:t>
    </dgm:pt>
    <dgm:pt modelId="{53742231-981F-480A-940F-203EC2F7423F}">
      <dgm:prSet/>
      <dgm:spPr/>
      <dgm:t>
        <a:bodyPr rtlCol="0"/>
        <a:lstStyle/>
        <a:p>
          <a:pPr rtl="0">
            <a:defRPr cap="all"/>
          </a:pPr>
          <a:r>
            <a:rPr lang="zh-tw">
              <a:latin typeface="MingLiu" panose="02020509000000000000" pitchFamily="49" charset="-120"/>
              <a:ea typeface="MingLiu" panose="02020509000000000000" pitchFamily="49" charset="-120"/>
            </a:rPr>
            <a:t>Nunc viverra imperdiet enim.Fusce est.Vivamus a tellus.</a:t>
          </a:r>
        </a:p>
      </dgm:t>
    </dgm:pt>
    <dgm:pt modelId="{2FC75195-FBA1-43DE-85DD-40B4B3A2F1F3}" type="parTrans" cxnId="{F226B1C2-5D99-403A-8240-EAD6BD4D8534}">
      <dgm:prSet/>
      <dgm:spPr/>
      <dgm:t>
        <a:bodyPr rtlCol="0"/>
        <a:lstStyle/>
        <a:p>
          <a:pPr rtl="0"/>
          <a:endParaRPr lang="en-US">
            <a:latin typeface="MingLiu" panose="02020509000000000000" pitchFamily="49" charset="-120"/>
            <a:ea typeface="MingLiu" panose="02020509000000000000" pitchFamily="49" charset="-120"/>
          </a:endParaRPr>
        </a:p>
      </dgm:t>
    </dgm:pt>
    <dgm:pt modelId="{EF449C32-A7AE-4099-9E9B-9E2F736A89CE}" type="sibTrans" cxnId="{F226B1C2-5D99-403A-8240-EAD6BD4D8534}">
      <dgm:prSet phldrT="02" phldr="0"/>
      <dgm:spPr/>
      <dgm:t>
        <a:bodyPr rtlCol="0"/>
        <a:lstStyle/>
        <a:p>
          <a:pPr rtl="0"/>
          <a:r>
            <a:rPr lang="zh-tw">
              <a:latin typeface="MingLiu" panose="02020509000000000000" pitchFamily="49" charset="-120"/>
              <a:ea typeface="MingLiu" panose="02020509000000000000" pitchFamily="49" charset="-120"/>
            </a:rPr>
            <a:t>02</a:t>
          </a:r>
        </a:p>
      </dgm:t>
    </dgm:pt>
    <dgm:pt modelId="{9EF41CC5-EF3B-4A6D-8229-3F1333EADFB3}">
      <dgm:prSet/>
      <dgm:spPr/>
      <dgm:t>
        <a:bodyPr rtlCol="0"/>
        <a:lstStyle/>
        <a:p>
          <a:pPr rtl="0">
            <a:defRPr cap="all"/>
          </a:pPr>
          <a:r>
            <a:rPr lang="zh-tw">
              <a:latin typeface="MingLiu" panose="02020509000000000000" pitchFamily="49" charset="-120"/>
              <a:ea typeface="MingLiu" panose="02020509000000000000" pitchFamily="49" charset="-120"/>
            </a:rPr>
            <a:t>Pellentesque habitant morbi tristique senectus et netus et malesuada fames.</a:t>
          </a:r>
        </a:p>
      </dgm:t>
    </dgm:pt>
    <dgm:pt modelId="{DAEF1C7D-B0C5-46FA-BED3-8A54E918D3E0}" type="parTrans" cxnId="{E476EEBC-7C9F-4E07-BD58-1044B9769B64}">
      <dgm:prSet/>
      <dgm:spPr/>
      <dgm:t>
        <a:bodyPr rtlCol="0"/>
        <a:lstStyle/>
        <a:p>
          <a:pPr rtl="0"/>
          <a:endParaRPr lang="en-US">
            <a:latin typeface="MingLiu" panose="02020509000000000000" pitchFamily="49" charset="-120"/>
            <a:ea typeface="MingLiu" panose="02020509000000000000" pitchFamily="49" charset="-120"/>
          </a:endParaRPr>
        </a:p>
      </dgm:t>
    </dgm:pt>
    <dgm:pt modelId="{98E6DD7C-B953-4119-9F64-9914E467ECBF}" type="sibTrans" cxnId="{E476EEBC-7C9F-4E07-BD58-1044B9769B64}">
      <dgm:prSet phldrT="03" phldr="0"/>
      <dgm:spPr/>
      <dgm:t>
        <a:bodyPr rtlCol="0"/>
        <a:lstStyle/>
        <a:p>
          <a:pPr rtl="0"/>
          <a:r>
            <a:rPr lang="zh-tw">
              <a:latin typeface="MingLiu" panose="02020509000000000000" pitchFamily="49" charset="-120"/>
              <a:ea typeface="MingLiu" panose="02020509000000000000" pitchFamily="49" charset="-120"/>
            </a:rPr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b="0" i="0" u="none" kern="1200" dirty="0">
              <a:solidFill>
                <a:schemeClr val="tx1"/>
              </a:solidFill>
            </a:rPr>
            <a:t>Llama 4 Scout</a:t>
          </a:r>
          <a:endParaRPr lang="zh-tw" sz="2200" u="none" kern="1200" dirty="0">
            <a:solidFill>
              <a:schemeClr val="tx1"/>
            </a:solidFill>
            <a:latin typeface="MingLiu" panose="02020509000000000000" pitchFamily="49" charset="-120"/>
            <a:ea typeface="MingLiu" panose="02020509000000000000" pitchFamily="49" charset="-120"/>
          </a:endParaRP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6600" kern="1200">
              <a:latin typeface="MingLiu" panose="02020509000000000000" pitchFamily="49" charset="-120"/>
              <a:ea typeface="MingLiu" panose="02020509000000000000" pitchFamily="49" charset="-120"/>
            </a:rPr>
            <a:t>01</a:t>
          </a:r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200" kern="1200">
              <a:latin typeface="MingLiu" panose="02020509000000000000" pitchFamily="49" charset="-120"/>
              <a:ea typeface="MingLiu" panose="02020509000000000000" pitchFamily="49" charset="-120"/>
            </a:rPr>
            <a:t>Nunc viverra imperdiet enim.Fusce est.Vivamus a tellus.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6600" kern="1200">
              <a:latin typeface="MingLiu" panose="02020509000000000000" pitchFamily="49" charset="-120"/>
              <a:ea typeface="MingLiu" panose="02020509000000000000" pitchFamily="49" charset="-120"/>
            </a:rPr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rtlCol="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zh-tw" sz="2200" kern="1200">
              <a:latin typeface="MingLiu" panose="02020509000000000000" pitchFamily="49" charset="-120"/>
              <a:ea typeface="MingLiu" panose="02020509000000000000" pitchFamily="49" charset="-120"/>
            </a:rPr>
            <a:t>Pellentesque habitant morbi tristique senectus et netus et malesuada fames.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rtlCol="0" anchor="ctr" anchorCtr="0">
          <a:noAutofit/>
        </a:bodyPr>
        <a:lstStyle/>
        <a:p>
          <a:pPr marL="0" lvl="0" indent="0" algn="l" defTabSz="2933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6600" kern="1200">
              <a:latin typeface="MingLiu" panose="02020509000000000000" pitchFamily="49" charset="-120"/>
              <a:ea typeface="MingLiu" panose="02020509000000000000" pitchFamily="49" charset="-120"/>
            </a:rPr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 rtlCol="0"/>
            <a:lstStyle/>
            <a:p>
              <a:pPr rtl="0"/>
              <a:r>
                <a:t>01</a:t>
              </a:r>
            </a:p>
          </dgm:t>
        </dgm:pt>
        <dgm:pt modelId="201" type="sibTrans" cxnId="5">
          <dgm:prSet phldrT="2"/>
          <dgm:t>
            <a:bodyPr rtlCol="0"/>
            <a:lstStyle/>
            <a:p>
              <a:pPr rtl="0"/>
              <a:r>
                <a:t>02</a:t>
              </a:r>
            </a:p>
          </dgm:t>
        </dgm:pt>
        <dgm:pt modelId="301" type="sibTrans" cxnId="6">
          <dgm:prSet phldrT="3"/>
          <dgm:t>
            <a:bodyPr rtlCol="0"/>
            <a:lstStyle/>
            <a:p>
              <a:pPr rtl="0"/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2025/7/16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E378B1-F921-4DB6-A0B5-FBAB6D815817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E27EBA36-4489-4ED5-9948-A27DCFE4D027}" type="datetime1">
              <a:rPr lang="zh-TW" altLang="en-US" smtClean="0"/>
              <a:t>2025/7/16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r>
              <a:rPr lang="en-US" altLang="zh-TW" sz="7200" dirty="0"/>
              <a:t>Meeting</a:t>
            </a:r>
            <a:r>
              <a:rPr lang="zh-TW" altLang="en-US" sz="7200" dirty="0"/>
              <a:t>成果彙報</a:t>
            </a:r>
            <a:endParaRPr lang="zh-tw" sz="7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2800" dirty="0"/>
              <a:t>王緯禎</a:t>
            </a:r>
            <a:endParaRPr lang="zh-tw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65F84-2588-4A11-8F4E-23C110A8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上週任務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E958DD-98B5-49A8-8395-B65C282A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zh-TW" altLang="en-US" sz="2800" dirty="0"/>
              <a:t>選擇</a:t>
            </a:r>
            <a:r>
              <a:rPr lang="en-US" altLang="zh-TW" sz="2800" dirty="0"/>
              <a:t>3~5</a:t>
            </a:r>
            <a:r>
              <a:rPr lang="zh-TW" altLang="en-US" sz="2800" dirty="0"/>
              <a:t>個適合模型</a:t>
            </a:r>
            <a:endParaRPr lang="en-US" altLang="zh-TW" sz="2800" dirty="0"/>
          </a:p>
          <a:p>
            <a:pPr marL="494100" indent="-457200">
              <a:buFont typeface="+mj-lt"/>
              <a:buAutoNum type="arabicPeriod"/>
            </a:pPr>
            <a:r>
              <a:rPr lang="zh-TW" altLang="en-US" sz="2800" dirty="0"/>
              <a:t>至少測試</a:t>
            </a:r>
            <a:r>
              <a:rPr lang="en-US" altLang="zh-TW" sz="2800" dirty="0"/>
              <a:t>3</a:t>
            </a:r>
            <a:r>
              <a:rPr lang="zh-TW" altLang="en-US" sz="2800" dirty="0"/>
              <a:t>個模型之運行</a:t>
            </a:r>
            <a:endParaRPr lang="en-US" altLang="zh-TW" sz="2800" dirty="0"/>
          </a:p>
          <a:p>
            <a:pPr marL="494100" indent="-457200">
              <a:buFont typeface="+mj-lt"/>
              <a:buAutoNum type="arabicPeriod"/>
            </a:pPr>
            <a:r>
              <a:rPr lang="zh-TW" altLang="en-US" sz="2800" dirty="0"/>
              <a:t>需在模型中測試投影片</a:t>
            </a:r>
            <a:r>
              <a:rPr lang="en-US" altLang="zh-TW" sz="2800" dirty="0"/>
              <a:t>-</a:t>
            </a:r>
            <a:r>
              <a:rPr lang="zh-TW" altLang="en-US" sz="2800" dirty="0"/>
              <a:t>需求與開發方向建議之內容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F8F7FA-7D69-4F77-9030-54842748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0E378B1-F921-4DB6-A0B5-FBAB6D815817}" type="datetime1">
              <a:rPr lang="zh-TW" altLang="en-US" smtClean="0"/>
              <a:t>2025/7/16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68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 rtlCol="0">
            <a:normAutofit/>
          </a:bodyPr>
          <a:lstStyle/>
          <a:p>
            <a:r>
              <a:rPr lang="zh-TW" altLang="en-US" dirty="0"/>
              <a:t>適合模型</a:t>
            </a:r>
            <a:endParaRPr lang="zh-tw" dirty="0"/>
          </a:p>
        </p:txBody>
      </p:sp>
      <p:graphicFrame>
        <p:nvGraphicFramePr>
          <p:cNvPr id="4" name="內容版面配置區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906964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{7C5F6A89-DACA-4ADC-8D77-9B39399A6FD5}tf12214701_win32</Template>
  <TotalTime>24</TotalTime>
  <Words>64</Words>
  <Application>Microsoft Office PowerPoint</Application>
  <PresentationFormat>寬螢幕</PresentationFormat>
  <Paragraphs>14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MingLiu</vt:lpstr>
      <vt:lpstr>Calibri</vt:lpstr>
      <vt:lpstr>Goudy Old Style</vt:lpstr>
      <vt:lpstr>Wingdings 2</vt:lpstr>
      <vt:lpstr>SlateVTI</vt:lpstr>
      <vt:lpstr>Meeting成果彙報</vt:lpstr>
      <vt:lpstr>上週任務</vt:lpstr>
      <vt:lpstr>適合模型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標題 Lorem Ipsum</dc:title>
  <dc:creator>綵柔 洪</dc:creator>
  <cp:lastModifiedBy>綵柔 洪</cp:lastModifiedBy>
  <cp:revision>4</cp:revision>
  <dcterms:created xsi:type="dcterms:W3CDTF">2025-07-16T07:54:21Z</dcterms:created>
  <dcterms:modified xsi:type="dcterms:W3CDTF">2025-07-16T08:18:24Z</dcterms:modified>
</cp:coreProperties>
</file>