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76F2B-627A-42AF-AF5D-3B85A5DDBB38}" type="datetimeFigureOut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A2849-76CE-4D6D-A76A-D51FBE536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1129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A2849-76CE-4D6D-A76A-D51FBE536B7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2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4D813-1672-4BD0-93C6-62D358883793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66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F8522-C55A-4AED-AFEB-FAB93B07FDFF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F99A67D9-304C-4B05-A284-D25A96C7EAF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07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60FD5-DBA3-4FC9-BC6B-646144B12644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18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400-4E2C-412E-A900-37C990164C7D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86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77321-E1A4-4161-BD98-E3C3A1547966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88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B2510-8E1E-4474-B399-E93A9A13273C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98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5466-CD56-4464-A893-E7DFD3158E1F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82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1039E06-BA1D-452D-A269-664C80C1277E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19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269D-0E04-4F57-844B-88DCA07B078B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689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6FCF-EB21-461D-88CC-A076B5564999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11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49BB-CC4B-4DD1-BCBD-94E14C37DD84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85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34B2BB2-7161-4B96-865B-39744C6C6C57}" type="datetime1">
              <a:rPr lang="zh-TW" altLang="en-US" smtClean="0"/>
              <a:t>2025/7/23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F99A67D9-304C-4B05-A284-D25A96C7EAF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03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3C43F3-8DAF-2C8C-8B35-F839A8F6B8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Agents SDK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4813145-2A49-BDC0-B421-42EE3EFF0A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Presenter:</a:t>
            </a:r>
            <a:r>
              <a:rPr lang="zh-TW" altLang="en-US" dirty="0"/>
              <a:t> 賴彥傑 </a:t>
            </a:r>
            <a:endParaRPr lang="en-US" altLang="zh-TW" dirty="0"/>
          </a:p>
          <a:p>
            <a:r>
              <a:rPr lang="en-US" altLang="zh-TW" dirty="0"/>
              <a:t>Date:</a:t>
            </a:r>
            <a:r>
              <a:rPr lang="zh-TW" altLang="en-US" dirty="0"/>
              <a:t> </a:t>
            </a:r>
            <a:r>
              <a:rPr lang="en-US" altLang="zh-TW" dirty="0"/>
              <a:t>July 23, 2025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921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F33549-A712-4A92-B740-3D0491BD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8173C1-570B-46E7-84A8-AB0CABB25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TW" altLang="en-US" sz="2400" dirty="0"/>
              <a:t> </a:t>
            </a:r>
            <a:r>
              <a:rPr lang="en-US" altLang="zh-TW" sz="2400" dirty="0"/>
              <a:t>Introduction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TW" altLang="en-US" sz="2400" dirty="0"/>
              <a:t> </a:t>
            </a:r>
            <a:r>
              <a:rPr lang="en-US" altLang="zh-TW" sz="2400" dirty="0"/>
              <a:t>Workflow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zh-TW" altLang="en-US" sz="2400" dirty="0"/>
              <a:t> </a:t>
            </a:r>
            <a:r>
              <a:rPr lang="en-US" altLang="zh-TW" sz="2400" dirty="0"/>
              <a:t>Summary</a:t>
            </a:r>
          </a:p>
          <a:p>
            <a: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US" altLang="zh-TW" sz="2400" dirty="0"/>
          </a:p>
          <a:p>
            <a:endParaRPr lang="zh-TW" altLang="en-US" sz="240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AAC3D3-851A-4DF3-8969-B7A1EBAC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1753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FC14DE-2E9D-4F8A-92EF-E36425FD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Clr>
                <a:schemeClr val="bg2">
                  <a:lumMod val="50000"/>
                </a:schemeClr>
              </a:buClr>
            </a:pPr>
            <a:r>
              <a:rPr lang="en-US" altLang="zh-TW" dirty="0"/>
              <a:t>Introduction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BB524F-D26B-46B2-BFC4-8DD63D9E1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Agents:</a:t>
            </a:r>
            <a:r>
              <a:rPr lang="zh-TW" altLang="en-US" sz="2400" dirty="0"/>
              <a:t> 負責</a:t>
            </a:r>
            <a:r>
              <a:rPr lang="en-US" altLang="zh-TW" sz="2400" dirty="0"/>
              <a:t>system/instructions</a:t>
            </a:r>
            <a:r>
              <a:rPr lang="zh-TW" altLang="en-US" sz="2400" dirty="0"/>
              <a:t>和操作工具</a:t>
            </a:r>
            <a:r>
              <a:rPr lang="en-US" altLang="zh-TW" sz="2400" dirty="0"/>
              <a:t>(Tools)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r>
              <a:rPr lang="en-US" altLang="zh-TW" sz="2400" dirty="0"/>
              <a:t>Tools:</a:t>
            </a:r>
            <a:r>
              <a:rPr lang="zh-TW" altLang="en-US" sz="2400" dirty="0"/>
              <a:t> </a:t>
            </a:r>
            <a:r>
              <a:rPr lang="en-US" altLang="zh-TW" sz="2400" dirty="0"/>
              <a:t>Hosted</a:t>
            </a:r>
            <a:r>
              <a:rPr lang="zh-TW" altLang="en-US" sz="2400" dirty="0"/>
              <a:t>、</a:t>
            </a:r>
            <a:r>
              <a:rPr lang="en-US" altLang="zh-TW" sz="2400" dirty="0"/>
              <a:t>Function</a:t>
            </a:r>
            <a:r>
              <a:rPr lang="zh-TW" altLang="en-US" sz="2400" dirty="0"/>
              <a:t>、</a:t>
            </a:r>
            <a:r>
              <a:rPr lang="en-US" altLang="zh-TW" sz="2400" dirty="0"/>
              <a:t>Agents as</a:t>
            </a:r>
            <a:r>
              <a:rPr lang="zh-TW" altLang="en-US" sz="2400" dirty="0"/>
              <a:t> </a:t>
            </a:r>
            <a:r>
              <a:rPr lang="en-US" altLang="zh-TW" sz="2400" dirty="0"/>
              <a:t>Tools</a:t>
            </a:r>
            <a:r>
              <a:rPr lang="zh-TW" altLang="en-US" sz="2400" dirty="0"/>
              <a:t>。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/>
              <a:t>Handoffs:</a:t>
            </a:r>
            <a:r>
              <a:rPr lang="zh-TW" altLang="en-US" sz="2400" dirty="0"/>
              <a:t> 調用不同</a:t>
            </a:r>
            <a:r>
              <a:rPr lang="en-US" altLang="zh-TW" sz="2400" dirty="0"/>
              <a:t>Agents</a:t>
            </a:r>
          </a:p>
          <a:p>
            <a:r>
              <a:rPr lang="en-US" altLang="zh-TW" sz="2400" dirty="0"/>
              <a:t>Guardrails:</a:t>
            </a:r>
            <a:r>
              <a:rPr lang="zh-TW" altLang="en-US" sz="2400" dirty="0"/>
              <a:t> 輸入與輸出的過濾器</a:t>
            </a:r>
            <a:endParaRPr lang="en-US" altLang="zh-TW" sz="2400" dirty="0"/>
          </a:p>
          <a:p>
            <a:r>
              <a:rPr lang="en-US" altLang="zh-TW" sz="2400" dirty="0"/>
              <a:t>Tracing: </a:t>
            </a:r>
            <a:r>
              <a:rPr lang="zh-TW" altLang="en-US" sz="2400" dirty="0"/>
              <a:t>操作紀錄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0B8887-43B7-4965-8370-9E939963BF19}"/>
              </a:ext>
            </a:extLst>
          </p:cNvPr>
          <p:cNvSpPr/>
          <p:nvPr/>
        </p:nvSpPr>
        <p:spPr>
          <a:xfrm>
            <a:off x="1097280" y="6386731"/>
            <a:ext cx="9018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https://andy6804tw.github.io/crazyai-llm/llm-practical/openai-agents-sdk-tutorial/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F9C965-3FCC-4454-8BE2-5AA8DBEEC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82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919202-D6E2-46F2-8D0A-E15A48EE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Workflow</a:t>
            </a:r>
            <a:endParaRPr lang="zh-TW" altLang="en-US" dirty="0"/>
          </a:p>
        </p:txBody>
      </p:sp>
      <p:pic>
        <p:nvPicPr>
          <p:cNvPr id="1026" name="Picture 2" descr="https://miro.medium.com/v2/resize:fit:700/0*8PUUnQHwwYXPc3la.png">
            <a:extLst>
              <a:ext uri="{FF2B5EF4-FFF2-40B4-BE49-F238E27FC236}">
                <a16:creationId xmlns:a16="http://schemas.microsoft.com/office/drawing/2014/main" id="{2D7B752F-5F72-4444-9CF1-DDD2B9ADE5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1"/>
          <a:stretch/>
        </p:blipFill>
        <p:spPr bwMode="auto">
          <a:xfrm>
            <a:off x="431057" y="2055641"/>
            <a:ext cx="6131692" cy="251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CEEB9B2-7530-4B3F-B1CC-CBA21185E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133" y="2674110"/>
            <a:ext cx="4995760" cy="293594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213ED02-CAE3-441A-9B33-B6CBFD2C7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755" y="4978332"/>
            <a:ext cx="1543265" cy="112410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A55E1DD-FD27-4F49-9082-540B7ECA0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957783" y="4587773"/>
            <a:ext cx="619211" cy="381053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BA9B1ECA-4749-4376-9B2E-48F48DE33498}"/>
              </a:ext>
            </a:extLst>
          </p:cNvPr>
          <p:cNvGrpSpPr/>
          <p:nvPr/>
        </p:nvGrpSpPr>
        <p:grpSpPr>
          <a:xfrm>
            <a:off x="502775" y="2089615"/>
            <a:ext cx="6131692" cy="4046798"/>
            <a:chOff x="457951" y="2089615"/>
            <a:chExt cx="6131692" cy="4046798"/>
          </a:xfrm>
        </p:grpSpPr>
        <p:pic>
          <p:nvPicPr>
            <p:cNvPr id="11" name="Picture 2" descr="https://miro.medium.com/v2/resize:fit:700/0*8PUUnQHwwYXPc3la.png">
              <a:extLst>
                <a:ext uri="{FF2B5EF4-FFF2-40B4-BE49-F238E27FC236}">
                  <a16:creationId xmlns:a16="http://schemas.microsoft.com/office/drawing/2014/main" id="{07EF92CF-509F-4663-8D5D-7D66C7C097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831"/>
            <a:stretch/>
          </p:blipFill>
          <p:spPr bwMode="auto">
            <a:xfrm>
              <a:off x="457951" y="2089615"/>
              <a:ext cx="6131692" cy="2518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59C363AC-DAA3-4C80-92F9-9DCE7FD1F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22649" y="5012306"/>
              <a:ext cx="1543265" cy="1124107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7275E7AB-BFE0-4B23-B107-68AA58B82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3984677" y="4621747"/>
              <a:ext cx="619211" cy="381053"/>
            </a:xfrm>
            <a:prstGeom prst="rect">
              <a:avLst/>
            </a:prstGeom>
          </p:spPr>
        </p:pic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E92D4586-3603-4F3B-94B3-3E41C6BE2747}"/>
              </a:ext>
            </a:extLst>
          </p:cNvPr>
          <p:cNvSpPr/>
          <p:nvPr/>
        </p:nvSpPr>
        <p:spPr>
          <a:xfrm>
            <a:off x="1097280" y="6386731"/>
            <a:ext cx="9018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https://medium.com/@shamim_ru/openai-agents-sdk-with-local-llm-461c77a5e7fb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97CFB3-ABD1-491C-ACF5-217600283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398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5F78E3-8E87-438D-9BCF-D642DF73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B02CCB15-2F46-4CF6-B1AD-5BC29F648924}"/>
              </a:ext>
            </a:extLst>
          </p:cNvPr>
          <p:cNvGrpSpPr/>
          <p:nvPr/>
        </p:nvGrpSpPr>
        <p:grpSpPr>
          <a:xfrm>
            <a:off x="2720689" y="1829428"/>
            <a:ext cx="5985161" cy="4394837"/>
            <a:chOff x="2720689" y="1829428"/>
            <a:chExt cx="5985161" cy="4394837"/>
          </a:xfrm>
        </p:grpSpPr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id="{54B5E099-BB8B-47F1-B626-CF74D8A2A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0689" y="1829428"/>
              <a:ext cx="5985161" cy="4394837"/>
            </a:xfrm>
            <a:prstGeom prst="rect">
              <a:avLst/>
            </a:prstGeom>
          </p:spPr>
        </p:pic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5376BF6-7353-4792-B59D-A4518BD2135C}"/>
                </a:ext>
              </a:extLst>
            </p:cNvPr>
            <p:cNvSpPr/>
            <p:nvPr/>
          </p:nvSpPr>
          <p:spPr>
            <a:xfrm>
              <a:off x="7919344" y="5796665"/>
              <a:ext cx="6626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Tools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F31D8CC-9D48-48C2-BCEE-CF07A0872340}"/>
                </a:ext>
              </a:extLst>
            </p:cNvPr>
            <p:cNvSpPr/>
            <p:nvPr/>
          </p:nvSpPr>
          <p:spPr>
            <a:xfrm>
              <a:off x="6276975" y="3005146"/>
              <a:ext cx="2305051" cy="32191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23AE9AD-D610-475E-BD8F-9C2C49974D14}"/>
                </a:ext>
              </a:extLst>
            </p:cNvPr>
            <p:cNvSpPr/>
            <p:nvPr/>
          </p:nvSpPr>
          <p:spPr>
            <a:xfrm>
              <a:off x="4629150" y="3524250"/>
              <a:ext cx="1219201" cy="566729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38DC396-E539-4D5C-9AD7-00B270DE2397}"/>
                </a:ext>
              </a:extLst>
            </p:cNvPr>
            <p:cNvSpPr/>
            <p:nvPr/>
          </p:nvSpPr>
          <p:spPr>
            <a:xfrm>
              <a:off x="3633094" y="3682918"/>
              <a:ext cx="10306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rgbClr val="00B0F0"/>
                  </a:solidFill>
                </a:rPr>
                <a:t>Handoffs</a:t>
              </a:r>
              <a:endParaRPr lang="zh-TW" altLang="en-US" dirty="0">
                <a:solidFill>
                  <a:srgbClr val="00B0F0"/>
                </a:solidFill>
              </a:endParaRPr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EB2C4195-8853-42D8-9718-610A1C221FEA}"/>
              </a:ext>
            </a:extLst>
          </p:cNvPr>
          <p:cNvSpPr/>
          <p:nvPr/>
        </p:nvSpPr>
        <p:spPr>
          <a:xfrm>
            <a:off x="1097280" y="6386731"/>
            <a:ext cx="9018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/</a:t>
            </a:r>
            <a:r>
              <a:rPr lang="en-US" altLang="zh-TW" dirty="0" err="1"/>
              <a:t>github</a:t>
            </a:r>
            <a:r>
              <a:rPr lang="en-US" altLang="zh-TW" dirty="0"/>
              <a:t>/</a:t>
            </a:r>
            <a:r>
              <a:rPr lang="en-US" altLang="zh-TW" dirty="0" err="1"/>
              <a:t>LLM_UAV_Design</a:t>
            </a:r>
            <a:r>
              <a:rPr lang="en-US" altLang="zh-TW" dirty="0"/>
              <a:t>/</a:t>
            </a:r>
            <a:r>
              <a:rPr lang="en-US" altLang="zh-TW" dirty="0" err="1"/>
              <a:t>uav_doc</a:t>
            </a:r>
            <a:r>
              <a:rPr lang="en-US" altLang="zh-TW" dirty="0"/>
              <a:t>/</a:t>
            </a:r>
            <a:r>
              <a:rPr lang="en-US" altLang="zh-TW" dirty="0" err="1"/>
              <a:t>teacher_docs</a:t>
            </a:r>
            <a:r>
              <a:rPr lang="en-US" altLang="zh-TW" dirty="0"/>
              <a:t>/</a:t>
            </a:r>
            <a:r>
              <a:rPr lang="en-US" altLang="zh-TW" dirty="0" err="1"/>
              <a:t>reference_materials</a:t>
            </a:r>
            <a:r>
              <a:rPr lang="en-US" altLang="zh-TW" dirty="0"/>
              <a:t>/Agentic_Rag.jpg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57DDC4-A4FA-420A-8985-4BE62D34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A67D9-304C-4B05-A284-D25A96C7EAF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277498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502</TotalTime>
  <Words>230</Words>
  <Application>Microsoft Office PowerPoint</Application>
  <PresentationFormat>寬螢幕</PresentationFormat>
  <Paragraphs>25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標楷體</vt:lpstr>
      <vt:lpstr>Calibri</vt:lpstr>
      <vt:lpstr>Calibri Light</vt:lpstr>
      <vt:lpstr>Times New Roman</vt:lpstr>
      <vt:lpstr>Wingdings</vt:lpstr>
      <vt:lpstr>回顧</vt:lpstr>
      <vt:lpstr>Agents SDK</vt:lpstr>
      <vt:lpstr>Outline</vt:lpstr>
      <vt:lpstr>Introduction</vt:lpstr>
      <vt:lpstr>Workflow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Pytorch 安裝</dc:title>
  <dc:creator>彥傑 賴</dc:creator>
  <cp:lastModifiedBy>Admin</cp:lastModifiedBy>
  <cp:revision>74</cp:revision>
  <dcterms:created xsi:type="dcterms:W3CDTF">2024-09-18T17:17:08Z</dcterms:created>
  <dcterms:modified xsi:type="dcterms:W3CDTF">2025-07-22T16:07:58Z</dcterms:modified>
</cp:coreProperties>
</file>