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6"/>
  </p:notesMasterIdLst>
  <p:handoutMasterIdLst>
    <p:handoutMasterId r:id="rId7"/>
  </p:handoutMasterIdLst>
  <p:sldIdLst>
    <p:sldId id="259" r:id="rId2"/>
    <p:sldId id="263" r:id="rId3"/>
    <p:sldId id="266" r:id="rId4"/>
    <p:sldId id="261" r:id="rId5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53" autoAdjust="0"/>
  </p:normalViewPr>
  <p:slideViewPr>
    <p:cSldViewPr snapToGrid="0">
      <p:cViewPr>
        <p:scale>
          <a:sx n="75" d="100"/>
          <a:sy n="75" d="100"/>
        </p:scale>
        <p:origin x="974" y="17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B4D5E6-6CAD-43A1-B664-7F3D8E372CB9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5226E2-B735-4508-A988-88E01057849B}" type="datetime1">
              <a:rPr lang="zh-TW" altLang="en-US" smtClean="0"/>
              <a:t>2025/7/29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9A0F2C-D61B-4F78-A598-3F89F6808591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520340" y="6000748"/>
            <a:ext cx="2743200" cy="365125"/>
          </a:xfrm>
        </p:spPr>
        <p:txBody>
          <a:bodyPr rtlCol="0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0E378B1-F921-4DB6-A0B5-FBAB6D815817}" type="datetime1">
              <a:rPr lang="zh-TW" altLang="en-US" smtClean="0"/>
              <a:pPr/>
              <a:t>2025/7/29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142751" y="6028576"/>
            <a:ext cx="2743200" cy="365125"/>
          </a:xfrm>
        </p:spPr>
        <p:txBody>
          <a:bodyPr rtlCol="0"/>
          <a:lstStyle/>
          <a:p>
            <a:pPr rtl="0"/>
            <a:fld id="{71CF3BCF-43AF-44CE-8DED-A0A7E4AFE36C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0B6A-E6B6-44EB-92C6-B1EDD7A0CF53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圖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982518-B634-4B56-A479-88927FC85B72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5BBEA0-9E15-4B30-90D1-183370C5F62E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2B815-A77C-480F-A07E-33569587508E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0AA884-2339-4FDA-B838-711CBE37D2CE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194BED-1B93-40DC-B7C0-9A9596B3071C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D7CC2-5874-4136-B618-25EAC07F2E5F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F3F2D1-9D40-497F-84BA-DE8CE6BA4BEE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F5CCF7-2695-4131-AD00-E93CBB603F28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024A9C-A6DB-458D-B7DE-5140A276A908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8" name="文字預留位置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9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0" name="文字預留位置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預留位置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E5272A-0B28-4E11-950A-313FC911A049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圖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圖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文字版面配置區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0" name="圖片預留位置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文字預留位置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3" name="圖片預留位置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文字預留位置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5" name="文字預留位置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6" name="圖片預留位置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文字預留位置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ACF7D8-7292-4421-9561-61106B87073C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9803B5-326F-4B80-8A1B-8F2AA9FC8140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6E54B5-1D10-449A-852D-5291154807A6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MingLiu" panose="02020509000000000000" pitchFamily="49" charset="-120"/>
                <a:cs typeface="Times New Roman" panose="02020603050405020304" pitchFamily="18" charset="0"/>
              </a:defRPr>
            </a:lvl1pPr>
          </a:lstStyle>
          <a:p>
            <a:fld id="{E27EBA36-4489-4ED5-9948-A27DCFE4D027}" type="datetime1">
              <a:rPr lang="zh-TW" altLang="en-US" smtClean="0"/>
              <a:pPr/>
              <a:t>2025/7/29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MingLiu" panose="02020509000000000000" pitchFamily="49" charset="-12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Anglebrackets/web_ra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oobabooga/text-generation-webui-extension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包含杯子、咖啡、食物、飲料的圖片&#10;&#10;自動產生的描述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7472"/>
            <a:ext cx="12191980" cy="2648381"/>
          </a:xfrm>
        </p:spPr>
        <p:txBody>
          <a:bodyPr rtlCol="0">
            <a:normAutofit/>
          </a:bodyPr>
          <a:lstStyle/>
          <a:p>
            <a:r>
              <a:rPr lang="en-US" altLang="zh-TW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20250730 Meeting</a:t>
            </a:r>
            <a:br>
              <a:rPr lang="en-US" altLang="zh-TW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6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進度彙報</a:t>
            </a:r>
            <a:endParaRPr lang="zh-tw" sz="6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41001"/>
            <a:ext cx="12192000" cy="1397951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王緯禎、洪綵柔</a:t>
            </a:r>
            <a:endParaRPr 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C749E-D0F3-467A-A7E8-DCFB9785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2025/7/29</a:t>
            </a:fld>
            <a:endParaRPr lang="en-US" dirty="0"/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35F84891-E323-4FD6-AD98-77F2DAFCD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223111"/>
              </p:ext>
            </p:extLst>
          </p:nvPr>
        </p:nvGraphicFramePr>
        <p:xfrm>
          <a:off x="1129822" y="1962530"/>
          <a:ext cx="9932355" cy="3332988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570071">
                  <a:extLst>
                    <a:ext uri="{9D8B030D-6E8A-4147-A177-3AD203B41FA5}">
                      <a16:colId xmlns:a16="http://schemas.microsoft.com/office/drawing/2014/main" val="2540747266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529386097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3531852383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2987238985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1917303762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21700034"/>
                    </a:ext>
                  </a:extLst>
                </a:gridCol>
                <a:gridCol w="1393714">
                  <a:extLst>
                    <a:ext uri="{9D8B030D-6E8A-4147-A177-3AD203B41FA5}">
                      <a16:colId xmlns:a16="http://schemas.microsoft.com/office/drawing/2014/main" val="623645698"/>
                    </a:ext>
                  </a:extLst>
                </a:gridCol>
              </a:tblGrid>
              <a:tr h="111099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Model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70B </a:t>
                      </a:r>
                      <a:r>
                        <a:rPr lang="en-US" altLang="zh-TW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Q4S</a:t>
                      </a:r>
                      <a:endParaRPr lang="zh-TW" altLang="en-US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70B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Q4M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70B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Q5S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70B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Q5M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70B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Q6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Llama 3 70B </a:t>
                      </a:r>
                      <a:r>
                        <a:rPr lang="en-US" altLang="zh-TW" sz="1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Q8</a:t>
                      </a:r>
                      <a:endParaRPr lang="zh-TW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222766"/>
                  </a:ext>
                </a:extLst>
              </a:tr>
              <a:tr h="111099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VRAM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usage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41677MB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43774MB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49698MB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50946MB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58608MB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75101MB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191526"/>
                  </a:ext>
                </a:extLst>
              </a:tr>
              <a:tr h="1110996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回應品質評估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704043"/>
                  </a:ext>
                </a:extLst>
              </a:tr>
            </a:tbl>
          </a:graphicData>
        </a:graphic>
      </p:graphicFrame>
      <p:sp>
        <p:nvSpPr>
          <p:cNvPr id="7" name="標題 1">
            <a:extLst>
              <a:ext uri="{FF2B5EF4-FFF2-40B4-BE49-F238E27FC236}">
                <a16:creationId xmlns:a16="http://schemas.microsoft.com/office/drawing/2014/main" id="{DB499B1B-D480-474E-A592-10211EC6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各模型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VRAM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占用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B0C53B-F0B9-4E3E-8EBF-461BAB20F9DD}"/>
              </a:ext>
            </a:extLst>
          </p:cNvPr>
          <p:cNvSpPr/>
          <p:nvPr/>
        </p:nvSpPr>
        <p:spPr>
          <a:xfrm>
            <a:off x="8285989" y="1962530"/>
            <a:ext cx="1389888" cy="33329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49B666E-C82E-4E54-931F-2F79A68E8729}"/>
              </a:ext>
            </a:extLst>
          </p:cNvPr>
          <p:cNvGrpSpPr/>
          <p:nvPr/>
        </p:nvGrpSpPr>
        <p:grpSpPr>
          <a:xfrm>
            <a:off x="2775742" y="4608993"/>
            <a:ext cx="1260000" cy="241453"/>
            <a:chOff x="2217420" y="5164491"/>
            <a:chExt cx="1260000" cy="241453"/>
          </a:xfrm>
        </p:grpSpPr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B31E9A29-CACF-46A6-99F0-1A85D139EE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2472057" y="5164491"/>
              <a:ext cx="241453" cy="24145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0A3D8ED9-2E26-466A-A83E-47EE694712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795" b="90205" l="9673" r="93006">
                          <a14:foregroundMark x1="51190" y1="10269" x2="53869" y2="11374"/>
                          <a14:foregroundMark x1="50595" y1="10269" x2="53869" y2="9795"/>
                          <a14:foregroundMark x1="90327" y1="39810" x2="90179" y2="42338"/>
                          <a14:foregroundMark x1="92857" y1="41232" x2="93006" y2="40126"/>
                          <a14:foregroundMark x1="73958" y1="89258" x2="76042" y2="89573"/>
                          <a14:foregroundMark x1="32292" y1="89573" x2="31399" y2="86098"/>
                          <a14:foregroundMark x1="28571" y1="89731" x2="29911" y2="90047"/>
                          <a14:foregroundMark x1="74851" y1="89889" x2="77083" y2="90205"/>
                          <a14:foregroundMark x1="20387" y1="42970" x2="20650" y2="43165"/>
                          <a14:backgroundMark x1="33185" y1="82780" x2="33185" y2="82780"/>
                          <a14:backgroundMark x1="72470" y1="82622" x2="72470" y2="82622"/>
                          <a14:backgroundMark x1="32440" y1="90047" x2="32589" y2="89889"/>
                          <a14:backgroundMark x1="32440" y1="89731" x2="32440" y2="89731"/>
                          <a14:backgroundMark x1="22768" y1="44076" x2="21429" y2="43128"/>
                          <a14:backgroundMark x1="23065" y1="43918" x2="21280" y2="42970"/>
                          <a14:backgroundMark x1="22768" y1="44234" x2="22470" y2="43918"/>
                          <a14:backgroundMark x1="20685" y1="43128" x2="22619" y2="44392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9520" t="2901" r="4875" b="5822"/>
            <a:stretch/>
          </p:blipFill>
          <p:spPr>
            <a:xfrm>
              <a:off x="2981330" y="5164491"/>
              <a:ext cx="241453" cy="24145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E6ACECD1-FDE1-4C40-8CCE-FFFF77F4FA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2726693" y="5164491"/>
              <a:ext cx="241453" cy="24145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5A3521A3-9972-4445-AF65-040CA60208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2217420" y="5164491"/>
              <a:ext cx="241453" cy="24145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F02D1D4A-44B6-44E4-A522-63ED3BF54F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795" b="90205" l="9673" r="93006">
                          <a14:foregroundMark x1="51190" y1="10269" x2="53869" y2="11374"/>
                          <a14:foregroundMark x1="50595" y1="10269" x2="53869" y2="9795"/>
                          <a14:foregroundMark x1="90327" y1="39810" x2="90179" y2="42338"/>
                          <a14:foregroundMark x1="92857" y1="41232" x2="93006" y2="40126"/>
                          <a14:foregroundMark x1="73958" y1="89258" x2="76042" y2="89573"/>
                          <a14:foregroundMark x1="32292" y1="89573" x2="31399" y2="86098"/>
                          <a14:foregroundMark x1="28571" y1="89731" x2="29911" y2="90047"/>
                          <a14:foregroundMark x1="74851" y1="89889" x2="77083" y2="90205"/>
                          <a14:foregroundMark x1="20387" y1="42970" x2="20650" y2="43165"/>
                          <a14:backgroundMark x1="33185" y1="82780" x2="33185" y2="82780"/>
                          <a14:backgroundMark x1="72470" y1="82622" x2="72470" y2="82622"/>
                          <a14:backgroundMark x1="32440" y1="90047" x2="32589" y2="89889"/>
                          <a14:backgroundMark x1="32440" y1="89731" x2="32440" y2="89731"/>
                          <a14:backgroundMark x1="22768" y1="44076" x2="21429" y2="43128"/>
                          <a14:backgroundMark x1="23065" y1="43918" x2="21280" y2="42970"/>
                          <a14:backgroundMark x1="22768" y1="44234" x2="22470" y2="43918"/>
                          <a14:backgroundMark x1="20685" y1="43128" x2="22619" y2="44392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9520" t="2901" r="4875" b="5822"/>
            <a:stretch/>
          </p:blipFill>
          <p:spPr>
            <a:xfrm>
              <a:off x="3235967" y="5164491"/>
              <a:ext cx="241453" cy="241453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20320C1-1541-48EE-94AF-3B079707F51B}"/>
              </a:ext>
            </a:extLst>
          </p:cNvPr>
          <p:cNvGrpSpPr/>
          <p:nvPr/>
        </p:nvGrpSpPr>
        <p:grpSpPr>
          <a:xfrm>
            <a:off x="4147977" y="4608993"/>
            <a:ext cx="1258678" cy="241200"/>
            <a:chOff x="3589655" y="5164491"/>
            <a:chExt cx="1258678" cy="241200"/>
          </a:xfrm>
        </p:grpSpPr>
        <p:pic>
          <p:nvPicPr>
            <p:cNvPr id="13" name="內容版面配置區 4">
              <a:extLst>
                <a:ext uri="{FF2B5EF4-FFF2-40B4-BE49-F238E27FC236}">
                  <a16:creationId xmlns:a16="http://schemas.microsoft.com/office/drawing/2014/main" id="{FDFF4BC6-7841-4E2C-97C8-3CDC20B89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2763" y="5164491"/>
              <a:ext cx="241200" cy="2412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E87C4C1A-E484-468F-AEC7-CD814D7C3D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3844025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60278BD7-3D78-41A3-A30B-0DF63B7C54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4098394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DEEBE56D-7154-4B67-BB41-D8CAA9A828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3589655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D88A5C58-9BB4-4F9D-9B23-E5325FE085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795" b="90205" l="9673" r="93006">
                          <a14:foregroundMark x1="51190" y1="10269" x2="53869" y2="11374"/>
                          <a14:foregroundMark x1="50595" y1="10269" x2="53869" y2="9795"/>
                          <a14:foregroundMark x1="90327" y1="39810" x2="90179" y2="42338"/>
                          <a14:foregroundMark x1="92857" y1="41232" x2="93006" y2="40126"/>
                          <a14:foregroundMark x1="73958" y1="89258" x2="76042" y2="89573"/>
                          <a14:foregroundMark x1="32292" y1="89573" x2="31399" y2="86098"/>
                          <a14:foregroundMark x1="28571" y1="89731" x2="29911" y2="90047"/>
                          <a14:foregroundMark x1="74851" y1="89889" x2="77083" y2="90205"/>
                          <a14:foregroundMark x1="20387" y1="42970" x2="20650" y2="43165"/>
                          <a14:backgroundMark x1="33185" y1="82780" x2="33185" y2="82780"/>
                          <a14:backgroundMark x1="72470" y1="82622" x2="72470" y2="82622"/>
                          <a14:backgroundMark x1="32440" y1="90047" x2="32589" y2="89889"/>
                          <a14:backgroundMark x1="32440" y1="89731" x2="32440" y2="89731"/>
                          <a14:backgroundMark x1="22768" y1="44076" x2="21429" y2="43128"/>
                          <a14:backgroundMark x1="23065" y1="43918" x2="21280" y2="42970"/>
                          <a14:backgroundMark x1="22768" y1="44234" x2="22470" y2="43918"/>
                          <a14:backgroundMark x1="20685" y1="43128" x2="22619" y2="44392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9520" t="2901" r="4875" b="5822"/>
            <a:stretch/>
          </p:blipFill>
          <p:spPr>
            <a:xfrm>
              <a:off x="4607133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1FCCC95E-9B85-4976-9A0E-5428251366A6}"/>
              </a:ext>
            </a:extLst>
          </p:cNvPr>
          <p:cNvGrpSpPr/>
          <p:nvPr/>
        </p:nvGrpSpPr>
        <p:grpSpPr>
          <a:xfrm>
            <a:off x="9739017" y="4608993"/>
            <a:ext cx="1258678" cy="241200"/>
            <a:chOff x="9180695" y="5164491"/>
            <a:chExt cx="1258678" cy="241200"/>
          </a:xfrm>
        </p:grpSpPr>
        <p:pic>
          <p:nvPicPr>
            <p:cNvPr id="25" name="內容版面配置區 4">
              <a:extLst>
                <a:ext uri="{FF2B5EF4-FFF2-40B4-BE49-F238E27FC236}">
                  <a16:creationId xmlns:a16="http://schemas.microsoft.com/office/drawing/2014/main" id="{0A56412A-13C5-4F78-AD44-7036B1139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3803" y="5164491"/>
              <a:ext cx="241200" cy="2412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2487C8C7-0AA8-4D71-802C-22AFE15D10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9435065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791DB6D1-E637-4B9A-B1B5-BFF7E2600B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9689434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35A465ED-DD5C-495B-A8DC-79398D1531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9180695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71BD4551-92CE-4A19-888D-F5EC17CDA1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795" b="90205" l="9673" r="93006">
                          <a14:foregroundMark x1="51190" y1="10269" x2="53869" y2="11374"/>
                          <a14:foregroundMark x1="50595" y1="10269" x2="53869" y2="9795"/>
                          <a14:foregroundMark x1="90327" y1="39810" x2="90179" y2="42338"/>
                          <a14:foregroundMark x1="92857" y1="41232" x2="93006" y2="40126"/>
                          <a14:foregroundMark x1="73958" y1="89258" x2="76042" y2="89573"/>
                          <a14:foregroundMark x1="32292" y1="89573" x2="31399" y2="86098"/>
                          <a14:foregroundMark x1="28571" y1="89731" x2="29911" y2="90047"/>
                          <a14:foregroundMark x1="74851" y1="89889" x2="77083" y2="90205"/>
                          <a14:foregroundMark x1="20387" y1="42970" x2="20650" y2="43165"/>
                          <a14:backgroundMark x1="33185" y1="82780" x2="33185" y2="82780"/>
                          <a14:backgroundMark x1="72470" y1="82622" x2="72470" y2="82622"/>
                          <a14:backgroundMark x1="32440" y1="90047" x2="32589" y2="89889"/>
                          <a14:backgroundMark x1="32440" y1="89731" x2="32440" y2="89731"/>
                          <a14:backgroundMark x1="22768" y1="44076" x2="21429" y2="43128"/>
                          <a14:backgroundMark x1="23065" y1="43918" x2="21280" y2="42970"/>
                          <a14:backgroundMark x1="22768" y1="44234" x2="22470" y2="43918"/>
                          <a14:backgroundMark x1="20685" y1="43128" x2="22619" y2="44392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9520" t="2901" r="4875" b="5822"/>
            <a:stretch/>
          </p:blipFill>
          <p:spPr>
            <a:xfrm>
              <a:off x="10198173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107936C2-F746-4170-919C-5863751042E9}"/>
              </a:ext>
            </a:extLst>
          </p:cNvPr>
          <p:cNvGrpSpPr/>
          <p:nvPr/>
        </p:nvGrpSpPr>
        <p:grpSpPr>
          <a:xfrm>
            <a:off x="5551050" y="4608993"/>
            <a:ext cx="1258678" cy="241200"/>
            <a:chOff x="4992728" y="5164491"/>
            <a:chExt cx="1258678" cy="241200"/>
          </a:xfrm>
        </p:grpSpPr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245AEBA7-E014-4437-96AF-412D32AC42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5247098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FD600ABA-AF28-4F26-AA03-204658DD2E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5501467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9A339FA6-087A-4B73-9593-C0C6EC1621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4992728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AFA9E6CF-BD5C-4CFF-9B76-C289DC8F4E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795" b="90205" l="9673" r="93006">
                          <a14:foregroundMark x1="51190" y1="10269" x2="53869" y2="11374"/>
                          <a14:foregroundMark x1="50595" y1="10269" x2="53869" y2="9795"/>
                          <a14:foregroundMark x1="90327" y1="39810" x2="90179" y2="42338"/>
                          <a14:foregroundMark x1="92857" y1="41232" x2="93006" y2="40126"/>
                          <a14:foregroundMark x1="73958" y1="89258" x2="76042" y2="89573"/>
                          <a14:foregroundMark x1="32292" y1="89573" x2="31399" y2="86098"/>
                          <a14:foregroundMark x1="28571" y1="89731" x2="29911" y2="90047"/>
                          <a14:foregroundMark x1="74851" y1="89889" x2="77083" y2="90205"/>
                          <a14:foregroundMark x1="20387" y1="42970" x2="20650" y2="43165"/>
                          <a14:backgroundMark x1="33185" y1="82780" x2="33185" y2="82780"/>
                          <a14:backgroundMark x1="72470" y1="82622" x2="72470" y2="82622"/>
                          <a14:backgroundMark x1="32440" y1="90047" x2="32589" y2="89889"/>
                          <a14:backgroundMark x1="32440" y1="89731" x2="32440" y2="89731"/>
                          <a14:backgroundMark x1="22768" y1="44076" x2="21429" y2="43128"/>
                          <a14:backgroundMark x1="23065" y1="43918" x2="21280" y2="42970"/>
                          <a14:backgroundMark x1="22768" y1="44234" x2="22470" y2="43918"/>
                          <a14:backgroundMark x1="20685" y1="43128" x2="22619" y2="44392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9520" t="2901" r="4875" b="5822"/>
            <a:stretch/>
          </p:blipFill>
          <p:spPr>
            <a:xfrm>
              <a:off x="6010206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76528117-5E29-40A4-94AE-96E09219AA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5755836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832B1058-51B1-4A12-9AFA-1E79D5CAD59E}"/>
              </a:ext>
            </a:extLst>
          </p:cNvPr>
          <p:cNvGrpSpPr/>
          <p:nvPr/>
        </p:nvGrpSpPr>
        <p:grpSpPr>
          <a:xfrm>
            <a:off x="6964170" y="4608993"/>
            <a:ext cx="1258678" cy="241200"/>
            <a:chOff x="6405848" y="5164491"/>
            <a:chExt cx="1258678" cy="241200"/>
          </a:xfrm>
        </p:grpSpPr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4501A465-22F2-42CA-BFE6-A89CD11D42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6660218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7B6099BE-CADC-4F9D-991C-65A88E04F6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6914587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AF03CCC5-2017-4147-9BC3-59268EC925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6405848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919F6CEB-6AD9-4C50-9F05-77A54CC907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795" b="90205" l="9673" r="93006">
                          <a14:foregroundMark x1="51190" y1="10269" x2="53869" y2="11374"/>
                          <a14:foregroundMark x1="50595" y1="10269" x2="53869" y2="9795"/>
                          <a14:foregroundMark x1="90327" y1="39810" x2="90179" y2="42338"/>
                          <a14:foregroundMark x1="92857" y1="41232" x2="93006" y2="40126"/>
                          <a14:foregroundMark x1="73958" y1="89258" x2="76042" y2="89573"/>
                          <a14:foregroundMark x1="32292" y1="89573" x2="31399" y2="86098"/>
                          <a14:foregroundMark x1="28571" y1="89731" x2="29911" y2="90047"/>
                          <a14:foregroundMark x1="74851" y1="89889" x2="77083" y2="90205"/>
                          <a14:foregroundMark x1="20387" y1="42970" x2="20650" y2="43165"/>
                          <a14:backgroundMark x1="33185" y1="82780" x2="33185" y2="82780"/>
                          <a14:backgroundMark x1="72470" y1="82622" x2="72470" y2="82622"/>
                          <a14:backgroundMark x1="32440" y1="90047" x2="32589" y2="89889"/>
                          <a14:backgroundMark x1="32440" y1="89731" x2="32440" y2="89731"/>
                          <a14:backgroundMark x1="22768" y1="44076" x2="21429" y2="43128"/>
                          <a14:backgroundMark x1="23065" y1="43918" x2="21280" y2="42970"/>
                          <a14:backgroundMark x1="22768" y1="44234" x2="22470" y2="43918"/>
                          <a14:backgroundMark x1="20685" y1="43128" x2="22619" y2="44392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9520" t="2901" r="4875" b="5822"/>
            <a:stretch/>
          </p:blipFill>
          <p:spPr>
            <a:xfrm>
              <a:off x="7423326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AAA912E5-D54E-425C-937C-30EF1502CD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7168956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0AFDAB0B-CE6E-4105-BA0F-5D0D6F550348}"/>
              </a:ext>
            </a:extLst>
          </p:cNvPr>
          <p:cNvGrpSpPr/>
          <p:nvPr/>
        </p:nvGrpSpPr>
        <p:grpSpPr>
          <a:xfrm>
            <a:off x="8351594" y="4608993"/>
            <a:ext cx="1258677" cy="241200"/>
            <a:chOff x="7793272" y="5164491"/>
            <a:chExt cx="1258677" cy="241200"/>
          </a:xfrm>
        </p:grpSpPr>
        <p:pic>
          <p:nvPicPr>
            <p:cNvPr id="43" name="內容版面配置區 4">
              <a:extLst>
                <a:ext uri="{FF2B5EF4-FFF2-40B4-BE49-F238E27FC236}">
                  <a16:creationId xmlns:a16="http://schemas.microsoft.com/office/drawing/2014/main" id="{23D44CDC-EA06-4365-BBD6-A0F52FE80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0749" y="5164491"/>
              <a:ext cx="241200" cy="2412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450BD7FB-D6B9-4535-82A5-5D0627CBB0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8047642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246FAED4-2F5F-401C-A5E2-4565FEDBED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8302011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B3C74C91-39CF-4F64-8372-77D027EBDF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7793272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C9091C3A-C8A9-45F8-9456-F18249B0D5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439" b="94464" l="9091" r="93780">
                          <a14:foregroundMark x1="9091" y1="39792" x2="9729" y2="38581"/>
                          <a14:foregroundMark x1="88995" y1="38927" x2="93780" y2="38927"/>
                          <a14:foregroundMark x1="69856" y1="88062" x2="77831" y2="94464"/>
                          <a14:foregroundMark x1="77831" y1="94464" x2="76874" y2="88062"/>
                          <a14:foregroundMark x1="49282" y1="10208" x2="53748" y2="11246"/>
                          <a14:foregroundMark x1="50399" y1="7785" x2="52632" y2="7439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8592" t="1062" r="4631" b="4520"/>
            <a:stretch/>
          </p:blipFill>
          <p:spPr>
            <a:xfrm>
              <a:off x="8556380" y="5164491"/>
              <a:ext cx="241200" cy="241200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139810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98E4D-6F32-43F3-A03D-6B0A534BF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官方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RAG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插件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BEF25A-CB7F-4096-92D7-D8AAA2FC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2025/7/29</a:t>
            </a:fld>
            <a:endParaRPr 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hlinkClick r:id="rId2"/>
            <a:extLst>
              <a:ext uri="{FF2B5EF4-FFF2-40B4-BE49-F238E27FC236}">
                <a16:creationId xmlns:a16="http://schemas.microsoft.com/office/drawing/2014/main" id="{17B1DBCE-423D-4EC2-BA20-CDCB55F4A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504" y="1048980"/>
            <a:ext cx="7936992" cy="551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3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52CB0A-0A57-443F-8D68-32E06B473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2025/7/29</a:t>
            </a:fld>
            <a:endParaRPr 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E7DB5F2-1030-4528-BDC1-6EF65776F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其他插件</a:t>
            </a:r>
          </a:p>
        </p:txBody>
      </p:sp>
      <p:pic>
        <p:nvPicPr>
          <p:cNvPr id="8" name="圖片 7">
            <a:hlinkClick r:id="rId2"/>
            <a:extLst>
              <a:ext uri="{FF2B5EF4-FFF2-40B4-BE49-F238E27FC236}">
                <a16:creationId xmlns:a16="http://schemas.microsoft.com/office/drawing/2014/main" id="{F3A4EE0E-030F-4F31-9295-12D509C6A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628" y="1021423"/>
            <a:ext cx="8238744" cy="551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09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71_TF12214701.potx" id="{BBB82F21-1842-44D0-B484-A888AAEB2B95}" vid="{768734AE-C4ED-4AF4-A856-0C4CCDE3A9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</TotalTime>
  <Words>63</Words>
  <Application>Microsoft Office PowerPoint</Application>
  <PresentationFormat>寬螢幕</PresentationFormat>
  <Paragraphs>23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MingLiu</vt:lpstr>
      <vt:lpstr>標楷體</vt:lpstr>
      <vt:lpstr>Calibri</vt:lpstr>
      <vt:lpstr>Goudy Old Style</vt:lpstr>
      <vt:lpstr>Times New Roman</vt:lpstr>
      <vt:lpstr>Wingdings 2</vt:lpstr>
      <vt:lpstr>SlateVTI</vt:lpstr>
      <vt:lpstr>20250730 Meeting 進度彙報</vt:lpstr>
      <vt:lpstr>各模型VRAM占用</vt:lpstr>
      <vt:lpstr>官方RAG插件</vt:lpstr>
      <vt:lpstr>其他插件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 Lorem Ipsum</dc:title>
  <dc:creator>綵柔 洪</dc:creator>
  <cp:lastModifiedBy>綵柔 洪</cp:lastModifiedBy>
  <cp:revision>36</cp:revision>
  <dcterms:created xsi:type="dcterms:W3CDTF">2025-07-16T07:54:21Z</dcterms:created>
  <dcterms:modified xsi:type="dcterms:W3CDTF">2025-07-29T10:35:38Z</dcterms:modified>
</cp:coreProperties>
</file>